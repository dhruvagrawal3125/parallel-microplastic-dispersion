
<file path=[Content_Types].xml><?xml version="1.0" encoding="utf-8"?>
<Types xmlns="http://schemas.openxmlformats.org/package/2006/content-types">
  <Default Extension="jpg" ContentType="image/jpeg"/>
  <Default Extension="rels" ContentType="application/vnd.openxmlformats-package.relationships+xml"/>
  <Default Extension="xml" ContentType="application/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61" r:id="rId12"/>
    <p:sldId id="258" r:id="rId8"/>
    <p:sldId id="260" r:id="rId11"/>
    <p:sldId id="259" r:id="rId9"/>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Times New Roman"/>
      <a:defRPr b="0" i="0" spc="0" sz="1400" u="none" cap="none" strike="noStrike">
        <a:solidFill>
          <a:srgbClr val="000000"/>
        </a:solidFill>
        <a:latin typeface="Times New Roman"/>
        <a:ea typeface="Times New Roman"/>
        <a:cs typeface="Times New Roman"/>
        <a:sym typeface="Times New Roman"/>
      </a:defRPr>
    </a:lvl1pPr>
    <a:lvl2pPr lvl="1" marR="0" rtl="0" algn="l">
      <a:lnSpc>
        <a:spcPct val="100000"/>
      </a:lnSpc>
      <a:spcBef>
        <a:spcPts val="0"/>
      </a:spcBef>
      <a:spcAft>
        <a:spcPts val="0"/>
      </a:spcAft>
      <a:buClr>
        <a:srgbClr val="000000"/>
      </a:buClr>
      <a:buFont typeface="Times New Roman"/>
      <a:defRPr b="0" i="0" spc="0" sz="1400" u="none" cap="none" strike="noStrike">
        <a:solidFill>
          <a:srgbClr val="000000"/>
        </a:solidFill>
        <a:latin typeface="Times New Roman"/>
        <a:ea typeface="Times New Roman"/>
        <a:cs typeface="Times New Roman"/>
        <a:sym typeface="Times New Roman"/>
      </a:defRPr>
    </a:lvl2pPr>
    <a:lvl3pPr lvl="2" marR="0" rtl="0" algn="l">
      <a:lnSpc>
        <a:spcPct val="100000"/>
      </a:lnSpc>
      <a:spcBef>
        <a:spcPts val="0"/>
      </a:spcBef>
      <a:spcAft>
        <a:spcPts val="0"/>
      </a:spcAft>
      <a:buClr>
        <a:srgbClr val="000000"/>
      </a:buClr>
      <a:buFont typeface="Times New Roman"/>
      <a:defRPr b="0" i="0" spc="0" sz="1400" u="none" cap="none" strike="noStrike">
        <a:solidFill>
          <a:srgbClr val="000000"/>
        </a:solidFill>
        <a:latin typeface="Times New Roman"/>
        <a:ea typeface="Times New Roman"/>
        <a:cs typeface="Times New Roman"/>
        <a:sym typeface="Times New Roman"/>
      </a:defRPr>
    </a:lvl3pPr>
    <a:lvl4pPr lvl="3" marR="0" rtl="0" algn="l">
      <a:lnSpc>
        <a:spcPct val="100000"/>
      </a:lnSpc>
      <a:spcBef>
        <a:spcPts val="0"/>
      </a:spcBef>
      <a:spcAft>
        <a:spcPts val="0"/>
      </a:spcAft>
      <a:buClr>
        <a:srgbClr val="000000"/>
      </a:buClr>
      <a:buFont typeface="Times New Roman"/>
      <a:defRPr b="0" i="0" spc="0" sz="1400" u="none" cap="none" strike="noStrike">
        <a:solidFill>
          <a:srgbClr val="000000"/>
        </a:solidFill>
        <a:latin typeface="Times New Roman"/>
        <a:ea typeface="Times New Roman"/>
        <a:cs typeface="Times New Roman"/>
        <a:sym typeface="Times New Roman"/>
      </a:defRPr>
    </a:lvl4pPr>
    <a:lvl5pPr lvl="4" marR="0" rtl="0" algn="l">
      <a:lnSpc>
        <a:spcPct val="100000"/>
      </a:lnSpc>
      <a:spcBef>
        <a:spcPts val="0"/>
      </a:spcBef>
      <a:spcAft>
        <a:spcPts val="0"/>
      </a:spcAft>
      <a:buClr>
        <a:srgbClr val="000000"/>
      </a:buClr>
      <a:buFont typeface="Times New Roman"/>
      <a:defRPr b="0" i="0" spc="0" sz="1400" u="none" cap="none" strike="noStrike">
        <a:solidFill>
          <a:srgbClr val="000000"/>
        </a:solidFill>
        <a:latin typeface="Times New Roman"/>
        <a:ea typeface="Times New Roman"/>
        <a:cs typeface="Times New Roman"/>
        <a:sym typeface="Times New Roman"/>
      </a:defRPr>
    </a:lvl5pPr>
    <a:lvl6pPr lvl="5" marR="0" rtl="0" algn="l">
      <a:lnSpc>
        <a:spcPct val="100000"/>
      </a:lnSpc>
      <a:spcBef>
        <a:spcPts val="0"/>
      </a:spcBef>
      <a:spcAft>
        <a:spcPts val="0"/>
      </a:spcAft>
      <a:buClr>
        <a:srgbClr val="000000"/>
      </a:buClr>
      <a:buFont typeface="Times New Roman"/>
      <a:defRPr b="0" i="0" spc="0" sz="1400" u="none" cap="none" strike="noStrike">
        <a:solidFill>
          <a:srgbClr val="000000"/>
        </a:solidFill>
        <a:latin typeface="Times New Roman"/>
        <a:ea typeface="Times New Roman"/>
        <a:cs typeface="Times New Roman"/>
        <a:sym typeface="Times New Roman"/>
      </a:defRPr>
    </a:lvl6pPr>
    <a:lvl7pPr lvl="6" marR="0" rtl="0" algn="l">
      <a:lnSpc>
        <a:spcPct val="100000"/>
      </a:lnSpc>
      <a:spcBef>
        <a:spcPts val="0"/>
      </a:spcBef>
      <a:spcAft>
        <a:spcPts val="0"/>
      </a:spcAft>
      <a:buClr>
        <a:srgbClr val="000000"/>
      </a:buClr>
      <a:buFont typeface="Times New Roman"/>
      <a:defRPr b="0" i="0" spc="0" sz="1400" u="none" cap="none" strike="noStrike">
        <a:solidFill>
          <a:srgbClr val="000000"/>
        </a:solidFill>
        <a:latin typeface="Times New Roman"/>
        <a:ea typeface="Times New Roman"/>
        <a:cs typeface="Times New Roman"/>
        <a:sym typeface="Times New Roman"/>
      </a:defRPr>
    </a:lvl7pPr>
    <a:lvl8pPr lvl="7" marR="0" rtl="0" algn="l">
      <a:lnSpc>
        <a:spcPct val="100000"/>
      </a:lnSpc>
      <a:spcBef>
        <a:spcPts val="0"/>
      </a:spcBef>
      <a:spcAft>
        <a:spcPts val="0"/>
      </a:spcAft>
      <a:buClr>
        <a:srgbClr val="000000"/>
      </a:buClr>
      <a:buFont typeface="Times New Roman"/>
      <a:defRPr b="0" i="0" spc="0" sz="1400" u="none" cap="none" strike="noStrike">
        <a:solidFill>
          <a:srgbClr val="000000"/>
        </a:solidFill>
        <a:latin typeface="Times New Roman"/>
        <a:ea typeface="Times New Roman"/>
        <a:cs typeface="Times New Roman"/>
        <a:sym typeface="Times New Roman"/>
      </a:defRPr>
    </a:lvl8pPr>
    <a:lvl9pPr lvl="8" marR="0" rtl="0" algn="l">
      <a:lnSpc>
        <a:spcPct val="100000"/>
      </a:lnSpc>
      <a:spcBef>
        <a:spcPts val="0"/>
      </a:spcBef>
      <a:spcAft>
        <a:spcPts val="0"/>
      </a:spcAft>
      <a:buClr>
        <a:srgbClr val="000000"/>
      </a:buClr>
      <a:buFont typeface="Times New Roman"/>
      <a:defRPr b="0" i="0" spc="0" sz="1400" u="none" cap="none" strike="noStrike">
        <a:solidFill>
          <a:srgbClr val="000000"/>
        </a:solidFill>
        <a:latin typeface="Times New Roman"/>
        <a:ea typeface="Times New Roman"/>
        <a:cs typeface="Times New Roman"/>
        <a:sym typeface="Times New Roman"/>
      </a:defRPr>
    </a:lvl9pPr>
  </p:defaultTextStyle>
  <p:extLst>
    <p:ext uri="{EFAFB233-063F-42B5-8137-9DF3F51BA10A}">
      <p15:sldGuideLst>
        <p15:guide id="1" orient="horz" pos="1620">
          <p15:clr>
            <a:srgbClr val="747775"/>
          </p15:clr>
        </p15:guide>
        <p15:guide id="2" pos="2880">
          <p15:clr>
            <a:srgbClr val="747775"/>
          </p15:clr>
        </p15:guide>
      </p15:sldGuideLst>
    </p:ext>
    <p:ext uri="GoogleSlidesCustomDataVersion2">
      <go:slidesCustomData xmlns:go="http://customooxmlschemas.google.com/" r:id="rId10" roundtripDataSignature="AMtx7mghX0yBv2ajUU8kPmC1XS7fhXqHK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5.xml"/><Relationship Id="rId10" Type="http://customschemas.google.com/relationships/presentationmetadata" Target="metadata"/><Relationship Id="rId11" Type="http://schemas.openxmlformats.org/officeDocument/2006/relationships/slide" Target="slides/slide4.xml"/><Relationship Id="rId12"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Times New Roman"/>
              <a:buChar char="●"/>
              <a:defRPr b="0" i="0" sz="1100" u="none" cap="none" strike="noStrike">
                <a:solidFill>
                  <a:srgbClr val="000000"/>
                </a:solidFill>
                <a:latin typeface="Times New Roman"/>
                <a:ea typeface="Times New Roman"/>
                <a:cs typeface="Times New Roman"/>
                <a:sym typeface="Times New Roman"/>
              </a:defRPr>
            </a:lvl1pPr>
            <a:lvl2pPr indent="-298450" lvl="1" marL="914400" marR="0" rtl="0" algn="l">
              <a:lnSpc>
                <a:spcPct val="100000"/>
              </a:lnSpc>
              <a:spcBef>
                <a:spcPts val="0"/>
              </a:spcBef>
              <a:spcAft>
                <a:spcPts val="0"/>
              </a:spcAft>
              <a:buClr>
                <a:srgbClr val="000000"/>
              </a:buClr>
              <a:buSzPts val="1100"/>
              <a:buFont typeface="Times New Roman"/>
              <a:buChar char="○"/>
              <a:defRPr b="0" i="0" sz="1100" u="none" cap="none" strike="noStrike">
                <a:solidFill>
                  <a:srgbClr val="000000"/>
                </a:solidFill>
                <a:latin typeface="Times New Roman"/>
                <a:ea typeface="Times New Roman"/>
                <a:cs typeface="Times New Roman"/>
                <a:sym typeface="Times New Roman"/>
              </a:defRPr>
            </a:lvl2pPr>
            <a:lvl3pPr indent="-298450" lvl="2" marL="1371600" marR="0" rtl="0" algn="l">
              <a:lnSpc>
                <a:spcPct val="100000"/>
              </a:lnSpc>
              <a:spcBef>
                <a:spcPts val="0"/>
              </a:spcBef>
              <a:spcAft>
                <a:spcPts val="0"/>
              </a:spcAft>
              <a:buClr>
                <a:srgbClr val="000000"/>
              </a:buClr>
              <a:buSzPts val="1100"/>
              <a:buFont typeface="Times New Roman"/>
              <a:buChar char="■"/>
              <a:defRPr b="0" i="0" sz="1100" u="none" cap="none" strike="noStrike">
                <a:solidFill>
                  <a:srgbClr val="000000"/>
                </a:solidFill>
                <a:latin typeface="Times New Roman"/>
                <a:ea typeface="Times New Roman"/>
                <a:cs typeface="Times New Roman"/>
                <a:sym typeface="Times New Roman"/>
              </a:defRPr>
            </a:lvl3pPr>
            <a:lvl4pPr indent="-298450" lvl="3" marL="1828800" marR="0" rtl="0" algn="l">
              <a:lnSpc>
                <a:spcPct val="100000"/>
              </a:lnSpc>
              <a:spcBef>
                <a:spcPts val="0"/>
              </a:spcBef>
              <a:spcAft>
                <a:spcPts val="0"/>
              </a:spcAft>
              <a:buClr>
                <a:srgbClr val="000000"/>
              </a:buClr>
              <a:buSzPts val="1100"/>
              <a:buFont typeface="Times New Roman"/>
              <a:buChar char="●"/>
              <a:defRPr b="0" i="0" sz="1100" u="none" cap="none" strike="noStrike">
                <a:solidFill>
                  <a:srgbClr val="000000"/>
                </a:solidFill>
                <a:latin typeface="Times New Roman"/>
                <a:ea typeface="Times New Roman"/>
                <a:cs typeface="Times New Roman"/>
                <a:sym typeface="Times New Roman"/>
              </a:defRPr>
            </a:lvl4pPr>
            <a:lvl5pPr indent="-298450" lvl="4" marL="2286000" marR="0" rtl="0" algn="l">
              <a:lnSpc>
                <a:spcPct val="100000"/>
              </a:lnSpc>
              <a:spcBef>
                <a:spcPts val="0"/>
              </a:spcBef>
              <a:spcAft>
                <a:spcPts val="0"/>
              </a:spcAft>
              <a:buClr>
                <a:srgbClr val="000000"/>
              </a:buClr>
              <a:buSzPts val="1100"/>
              <a:buFont typeface="Times New Roman"/>
              <a:buChar char="○"/>
              <a:defRPr b="0" i="0" sz="1100" u="none" cap="none" strike="noStrike">
                <a:solidFill>
                  <a:srgbClr val="000000"/>
                </a:solidFill>
                <a:latin typeface="Times New Roman"/>
                <a:ea typeface="Times New Roman"/>
                <a:cs typeface="Times New Roman"/>
                <a:sym typeface="Times New Roman"/>
              </a:defRPr>
            </a:lvl5pPr>
            <a:lvl6pPr indent="-298450" lvl="5" marL="2743200" marR="0" rtl="0" algn="l">
              <a:lnSpc>
                <a:spcPct val="100000"/>
              </a:lnSpc>
              <a:spcBef>
                <a:spcPts val="0"/>
              </a:spcBef>
              <a:spcAft>
                <a:spcPts val="0"/>
              </a:spcAft>
              <a:buClr>
                <a:srgbClr val="000000"/>
              </a:buClr>
              <a:buSzPts val="1100"/>
              <a:buFont typeface="Times New Roman"/>
              <a:buChar char="■"/>
              <a:defRPr b="0" i="0" sz="1100" u="none" cap="none" strike="noStrike">
                <a:solidFill>
                  <a:srgbClr val="000000"/>
                </a:solidFill>
                <a:latin typeface="Times New Roman"/>
                <a:ea typeface="Times New Roman"/>
                <a:cs typeface="Times New Roman"/>
                <a:sym typeface="Times New Roman"/>
              </a:defRPr>
            </a:lvl6pPr>
            <a:lvl7pPr indent="-298450" lvl="6" marL="3200400" marR="0" rtl="0" algn="l">
              <a:lnSpc>
                <a:spcPct val="100000"/>
              </a:lnSpc>
              <a:spcBef>
                <a:spcPts val="0"/>
              </a:spcBef>
              <a:spcAft>
                <a:spcPts val="0"/>
              </a:spcAft>
              <a:buClr>
                <a:srgbClr val="000000"/>
              </a:buClr>
              <a:buSzPts val="1100"/>
              <a:buFont typeface="Times New Roman"/>
              <a:buChar char="●"/>
              <a:defRPr b="0" i="0" sz="1100" u="none" cap="none" strike="noStrike">
                <a:solidFill>
                  <a:srgbClr val="000000"/>
                </a:solidFill>
                <a:latin typeface="Times New Roman"/>
                <a:ea typeface="Times New Roman"/>
                <a:cs typeface="Times New Roman"/>
                <a:sym typeface="Times New Roman"/>
              </a:defRPr>
            </a:lvl7pPr>
            <a:lvl8pPr indent="-298450" lvl="7" marL="3657600" marR="0" rtl="0" algn="l">
              <a:lnSpc>
                <a:spcPct val="100000"/>
              </a:lnSpc>
              <a:spcBef>
                <a:spcPts val="0"/>
              </a:spcBef>
              <a:spcAft>
                <a:spcPts val="0"/>
              </a:spcAft>
              <a:buClr>
                <a:srgbClr val="000000"/>
              </a:buClr>
              <a:buSzPts val="1100"/>
              <a:buFont typeface="Times New Roman"/>
              <a:buChar char="○"/>
              <a:defRPr b="0" i="0" sz="1100" u="none" cap="none" strike="noStrike">
                <a:solidFill>
                  <a:srgbClr val="000000"/>
                </a:solidFill>
                <a:latin typeface="Times New Roman"/>
                <a:ea typeface="Times New Roman"/>
                <a:cs typeface="Times New Roman"/>
                <a:sym typeface="Times New Roman"/>
              </a:defRPr>
            </a:lvl8pPr>
            <a:lvl9pPr indent="-298450" lvl="8" marL="4114800" marR="0" rtl="0" algn="l">
              <a:lnSpc>
                <a:spcPct val="100000"/>
              </a:lnSpc>
              <a:spcBef>
                <a:spcPts val="0"/>
              </a:spcBef>
              <a:spcAft>
                <a:spcPts val="0"/>
              </a:spcAft>
              <a:buClr>
                <a:srgbClr val="000000"/>
              </a:buClr>
              <a:buSzPts val="1100"/>
              <a:buFont typeface="Times New Roman"/>
              <a:buChar char="■"/>
              <a:defRPr b="0" i="0" sz="1100" u="none" cap="none" strike="noStrike">
                <a:solidFill>
                  <a:srgbClr val="000000"/>
                </a:solidFill>
                <a:latin typeface="Times New Roman"/>
                <a:ea typeface="Times New Roman"/>
                <a:cs typeface="Times New Roman"/>
                <a:sym typeface="Times New Roman"/>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Times New Roman"/>
      <a:defRPr b="0" i="0" spc="0" sz="1400" u="none" cap="none" strike="noStrike">
        <a:solidFill>
          <a:srgbClr val="000000"/>
        </a:solidFill>
        <a:latin typeface="Times New Roman"/>
        <a:ea typeface="Times New Roman"/>
        <a:cs typeface="Times New Roman"/>
        <a:sym typeface="Times New Roman"/>
      </a:defRPr>
    </a:lvl1pPr>
    <a:lvl2pPr lvl="1" marR="0" rtl="0" algn="l">
      <a:lnSpc>
        <a:spcPct val="100000"/>
      </a:lnSpc>
      <a:spcBef>
        <a:spcPts val="0"/>
      </a:spcBef>
      <a:spcAft>
        <a:spcPts val="0"/>
      </a:spcAft>
      <a:buClr>
        <a:srgbClr val="000000"/>
      </a:buClr>
      <a:buFont typeface="Times New Roman"/>
      <a:defRPr b="0" i="0" spc="0" sz="1400" u="none" cap="none" strike="noStrike">
        <a:solidFill>
          <a:srgbClr val="000000"/>
        </a:solidFill>
        <a:latin typeface="Times New Roman"/>
        <a:ea typeface="Times New Roman"/>
        <a:cs typeface="Times New Roman"/>
        <a:sym typeface="Times New Roman"/>
      </a:defRPr>
    </a:lvl2pPr>
    <a:lvl3pPr lvl="2" marR="0" rtl="0" algn="l">
      <a:lnSpc>
        <a:spcPct val="100000"/>
      </a:lnSpc>
      <a:spcBef>
        <a:spcPts val="0"/>
      </a:spcBef>
      <a:spcAft>
        <a:spcPts val="0"/>
      </a:spcAft>
      <a:buClr>
        <a:srgbClr val="000000"/>
      </a:buClr>
      <a:buFont typeface="Times New Roman"/>
      <a:defRPr b="0" i="0" spc="0" sz="1400" u="none" cap="none" strike="noStrike">
        <a:solidFill>
          <a:srgbClr val="000000"/>
        </a:solidFill>
        <a:latin typeface="Times New Roman"/>
        <a:ea typeface="Times New Roman"/>
        <a:cs typeface="Times New Roman"/>
        <a:sym typeface="Times New Roman"/>
      </a:defRPr>
    </a:lvl3pPr>
    <a:lvl4pPr lvl="3" marR="0" rtl="0" algn="l">
      <a:lnSpc>
        <a:spcPct val="100000"/>
      </a:lnSpc>
      <a:spcBef>
        <a:spcPts val="0"/>
      </a:spcBef>
      <a:spcAft>
        <a:spcPts val="0"/>
      </a:spcAft>
      <a:buClr>
        <a:srgbClr val="000000"/>
      </a:buClr>
      <a:buFont typeface="Times New Roman"/>
      <a:defRPr b="0" i="0" spc="0" sz="1400" u="none" cap="none" strike="noStrike">
        <a:solidFill>
          <a:srgbClr val="000000"/>
        </a:solidFill>
        <a:latin typeface="Times New Roman"/>
        <a:ea typeface="Times New Roman"/>
        <a:cs typeface="Times New Roman"/>
        <a:sym typeface="Times New Roman"/>
      </a:defRPr>
    </a:lvl4pPr>
    <a:lvl5pPr lvl="4" marR="0" rtl="0" algn="l">
      <a:lnSpc>
        <a:spcPct val="100000"/>
      </a:lnSpc>
      <a:spcBef>
        <a:spcPts val="0"/>
      </a:spcBef>
      <a:spcAft>
        <a:spcPts val="0"/>
      </a:spcAft>
      <a:buClr>
        <a:srgbClr val="000000"/>
      </a:buClr>
      <a:buFont typeface="Times New Roman"/>
      <a:defRPr b="0" i="0" spc="0" sz="1400" u="none" cap="none" strike="noStrike">
        <a:solidFill>
          <a:srgbClr val="000000"/>
        </a:solidFill>
        <a:latin typeface="Times New Roman"/>
        <a:ea typeface="Times New Roman"/>
        <a:cs typeface="Times New Roman"/>
        <a:sym typeface="Times New Roman"/>
      </a:defRPr>
    </a:lvl5pPr>
    <a:lvl6pPr lvl="5" marR="0" rtl="0" algn="l">
      <a:lnSpc>
        <a:spcPct val="100000"/>
      </a:lnSpc>
      <a:spcBef>
        <a:spcPts val="0"/>
      </a:spcBef>
      <a:spcAft>
        <a:spcPts val="0"/>
      </a:spcAft>
      <a:buClr>
        <a:srgbClr val="000000"/>
      </a:buClr>
      <a:buFont typeface="Times New Roman"/>
      <a:defRPr b="0" i="0" spc="0" sz="1400" u="none" cap="none" strike="noStrike">
        <a:solidFill>
          <a:srgbClr val="000000"/>
        </a:solidFill>
        <a:latin typeface="Times New Roman"/>
        <a:ea typeface="Times New Roman"/>
        <a:cs typeface="Times New Roman"/>
        <a:sym typeface="Times New Roman"/>
      </a:defRPr>
    </a:lvl6pPr>
    <a:lvl7pPr lvl="6" marR="0" rtl="0" algn="l">
      <a:lnSpc>
        <a:spcPct val="100000"/>
      </a:lnSpc>
      <a:spcBef>
        <a:spcPts val="0"/>
      </a:spcBef>
      <a:spcAft>
        <a:spcPts val="0"/>
      </a:spcAft>
      <a:buClr>
        <a:srgbClr val="000000"/>
      </a:buClr>
      <a:buFont typeface="Times New Roman"/>
      <a:defRPr b="0" i="0" spc="0" sz="1400" u="none" cap="none" strike="noStrike">
        <a:solidFill>
          <a:srgbClr val="000000"/>
        </a:solidFill>
        <a:latin typeface="Times New Roman"/>
        <a:ea typeface="Times New Roman"/>
        <a:cs typeface="Times New Roman"/>
        <a:sym typeface="Times New Roman"/>
      </a:defRPr>
    </a:lvl7pPr>
    <a:lvl8pPr lvl="7" marR="0" rtl="0" algn="l">
      <a:lnSpc>
        <a:spcPct val="100000"/>
      </a:lnSpc>
      <a:spcBef>
        <a:spcPts val="0"/>
      </a:spcBef>
      <a:spcAft>
        <a:spcPts val="0"/>
      </a:spcAft>
      <a:buClr>
        <a:srgbClr val="000000"/>
      </a:buClr>
      <a:buFont typeface="Times New Roman"/>
      <a:defRPr b="0" i="0" spc="0" sz="1400" u="none" cap="none" strike="noStrike">
        <a:solidFill>
          <a:srgbClr val="000000"/>
        </a:solidFill>
        <a:latin typeface="Times New Roman"/>
        <a:ea typeface="Times New Roman"/>
        <a:cs typeface="Times New Roman"/>
        <a:sym typeface="Times New Roman"/>
      </a:defRPr>
    </a:lvl8pPr>
    <a:lvl9pPr lvl="8" marR="0" rtl="0" algn="l">
      <a:lnSpc>
        <a:spcPct val="100000"/>
      </a:lnSpc>
      <a:spcBef>
        <a:spcPts val="0"/>
      </a:spcBef>
      <a:spcAft>
        <a:spcPts val="0"/>
      </a:spcAft>
      <a:buClr>
        <a:srgbClr val="000000"/>
      </a:buClr>
      <a:buFont typeface="Times New Roman"/>
      <a:defRPr b="0" i="0" spc="0" sz="1400" u="none" cap="none" strike="noStrike">
        <a:solidFill>
          <a:srgbClr val="000000"/>
        </a:solidFill>
        <a:latin typeface="Times New Roman"/>
        <a:ea typeface="Times New Roman"/>
        <a:cs typeface="Times New Roman"/>
        <a:sym typeface="Times New Roman"/>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 name="Google Shape;52;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r>
              <a:rPr>
                <a:latin typeface="Times New Roman"/>
              </a:rPr>
              <a:t>Good morning. Our project is a parallel simulation of how microplastic particles spread in the ocean, driven by ocean current data. Each particle is a passive tracer, meaning it just follows the current. Since particles never interact with each other, the update loop is naturally parallel. We parallelise it with OpenMP and compare it against a matched serial baseline. The figure on the right is the synthetic double-gyre flow we use for correctness checks. In this presentation we cover the datasets, the methodology block diagram, how our approach differs from existing solutions, and how we plan to evaluate it.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8" name="Google Shape;58;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r>
              <a:t>The real-data runs use OSCAR, Ocean Surface Current Analyses Real-time, near-real-time product, version 2.0 at 0.25 degrees. It is distributed by NASA PO.DAAC and produced by Earth and Space Research. Data come as NetCDF files with the .nc extension, one file per day. Each holds the zonal current u and meridional current v in metres per second, averaged over the top 30 m. The map shows the global 0.25 degree grid over the u field.</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4" name="Google Shape;64;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r>
              <a:rPr>
                <a:latin typeface="Times New Roman"/>
              </a:rPr>
              <a:t>This slide shows the whole method. Row A is the setup, which happens before any timing. The current-field data is read through our own small NetCDF loader into contiguous arrays, and the particles are placed at fixed release points in a structure-of-arrays layout. Row B is the kernel that we actually time. At each timestep, Step 1 picks the two time slices that bracket the current time, so the temporal interpolation is well defined. Step 2 gives each OpenMP thread a chunk of the particle array. Steps 3 to 5 then run for each particle. Step 3 finds the velocity using bilinear interpolation in space and linear interpolation in time. Step 4 advances the position using fourth-order Runge-Kutta, and it calls back into Step 3 for each of the four stages. Step 5 applies the land-mask rule and stores the new position. The current grid is read-only and particles never interact, so the threads do not need any locks. After that the loop moves to the next timestep. Row C is the evaluation. The same code run on one thread is our serial baseline, and we compare timing, hardware counters and particle positions against it.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0" name="Google Shape;70;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r>
              <a:rPr>
                <a:latin typeface="Times New Roman"/>
              </a:rPr>
              <a:t>Our evaluation follows the four research questions, with one group of metrics for each. For RQ1 we compute speedup and parallel efficiency from the median wall-clock time of five runs, for thread counts from 1 to 16 and particle counts from ten thousand to five million. For RQ2 we estimate the arithmetic intensity of the kernel and place it on the roofline model of the platform, and we cross-check this with the measured cache-miss rate and memory bandwidth. For RQ3 we compare the variance in per-thread busy time across the three scheduling policies and the two data layouts. For RQ4 we measure how far the parallel trajectories drift from the serial ones and compare the accumulation-zone maps. We expect near-linear speedup up to a moderate thread count. Efficiency should drop first on the coarse, calm North Pacific Gyre, because there is less arithmetic per byte moved, and it should hold longer on the high-resolution, eddy-rich regions. Are the metrics good enough? For performance we think yes: speedup tells us how much we gain, and the roofline and counters tell us why it stops. For correctness, drift is a direct check. One limitation is that the accumulation maps are compared visually, so that part is qualitative. If speedup flattens early everywhere, we will report that as a finding about memory bandwidth.</a:t>
            </a:r>
          </a:p>
        </p:txBody>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rPr>
                <a:latin typeface="Times New Roman"/>
              </a:rPr>
              <a:t>The template asks how our methodology is different from existing solutions. Compared with plain serial advection, the difference is simple: we use all the cores, and since particles are independent we can do this without any locks. Compared with particle tracking done inside a general-purpose simulation framework, the difference is in what we can measure. We use our own small loader and time the advection kernel by itself, so framework overhead does not get mixed into the numbers. We also treat the scheduling policy and the memory layout as things to test, not fixed choices: static, dynamic and guided scheduling, and structure-of-arrays against array-of-structs. The middle column is a general description of typical tools and is not a claim about any specific one. Since the algorithm is linear in particles and timesteps, any limit on scaling can be put down to memory bandwidth and cache behaviour.</a:t>
            </a: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Each daily field is 1440 by 719 points at 0.25 by 0.25 degrees, about 1.04 million cells per variable. u and v in float32 give roughly 8.3 MB per day. From 1 January 2021 to 6 October 2026 there are 2,105 daily files, about 17.4 GB uncompressed. The array views show u and v values; NaN marks land and ice. The particles are the instances, from ten thousand to five million per run.</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6"/>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1" name="Google Shape;11;p6"/>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Times New Roman"/>
              <a:buNone/>
              <a:defRPr b="0" i="0" sz="1000" u="none" cap="none" strike="noStrike">
                <a:solidFill>
                  <a:schemeClr val="dk2"/>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000000"/>
              </a:buClr>
              <a:buSzPts val="1000"/>
              <a:buFont typeface="Times New Roman"/>
              <a:buNone/>
              <a:defRPr b="0" i="0" sz="1000" u="none" cap="none" strike="noStrike">
                <a:solidFill>
                  <a:schemeClr val="dk2"/>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000000"/>
              </a:buClr>
              <a:buSzPts val="1000"/>
              <a:buFont typeface="Times New Roman"/>
              <a:buNone/>
              <a:defRPr b="0" i="0" sz="1000" u="none" cap="none" strike="noStrike">
                <a:solidFill>
                  <a:schemeClr val="dk2"/>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000000"/>
              </a:buClr>
              <a:buSzPts val="1000"/>
              <a:buFont typeface="Times New Roman"/>
              <a:buNone/>
              <a:defRPr b="0" i="0" sz="1000" u="none" cap="none" strike="noStrike">
                <a:solidFill>
                  <a:schemeClr val="dk2"/>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000000"/>
              </a:buClr>
              <a:buSzPts val="1000"/>
              <a:buFont typeface="Times New Roman"/>
              <a:buNone/>
              <a:defRPr b="0" i="0" sz="1000" u="none" cap="none" strike="noStrike">
                <a:solidFill>
                  <a:schemeClr val="dk2"/>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000000"/>
              </a:buClr>
              <a:buSzPts val="1000"/>
              <a:buFont typeface="Times New Roman"/>
              <a:buNone/>
              <a:defRPr b="0" i="0" sz="1000" u="none" cap="none" strike="noStrike">
                <a:solidFill>
                  <a:schemeClr val="dk2"/>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000000"/>
              </a:buClr>
              <a:buSzPts val="1000"/>
              <a:buFont typeface="Times New Roman"/>
              <a:buNone/>
              <a:defRPr b="0" i="0" sz="1000" u="none" cap="none" strike="noStrike">
                <a:solidFill>
                  <a:schemeClr val="dk2"/>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000000"/>
              </a:buClr>
              <a:buSzPts val="1000"/>
              <a:buFont typeface="Times New Roman"/>
              <a:buNone/>
              <a:defRPr b="0" i="0" sz="1000" u="none" cap="none" strike="noStrike">
                <a:solidFill>
                  <a:schemeClr val="dk2"/>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000000"/>
              </a:buClr>
              <a:buSzPts val="1000"/>
              <a:buFont typeface="Times New Roman"/>
              <a:buNone/>
              <a:defRPr b="0" i="0" sz="1000" u="none" cap="none" strike="noStrike">
                <a:solidFill>
                  <a:schemeClr val="dk2"/>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3" name="Shape 13"/>
        <p:cNvGrpSpPr/>
        <p:nvPr/>
      </p:nvGrpSpPr>
      <p:grpSpPr>
        <a:xfrm>
          <a:off x="0" y="0"/>
          <a:ext cx="0" cy="0"/>
          <a:chOff x="0" y="0"/>
          <a:chExt cx="0" cy="0"/>
        </a:xfrm>
      </p:grpSpPr>
      <p:sp>
        <p:nvSpPr>
          <p:cNvPr id="14" name="Google Shape;14;p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5" name="Google Shape;15;p7"/>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6" name="Google Shape;16;p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Times New Roman"/>
              <a:buNone/>
              <a:defRPr b="0" i="0" sz="1000" u="none" cap="none" strike="noStrike">
                <a:solidFill>
                  <a:schemeClr val="dk2"/>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000000"/>
              </a:buClr>
              <a:buSzPts val="1000"/>
              <a:buFont typeface="Times New Roman"/>
              <a:buNone/>
              <a:defRPr b="0" i="0" sz="1000" u="none" cap="none" strike="noStrike">
                <a:solidFill>
                  <a:schemeClr val="dk2"/>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000000"/>
              </a:buClr>
              <a:buSzPts val="1000"/>
              <a:buFont typeface="Times New Roman"/>
              <a:buNone/>
              <a:defRPr b="0" i="0" sz="1000" u="none" cap="none" strike="noStrike">
                <a:solidFill>
                  <a:schemeClr val="dk2"/>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000000"/>
              </a:buClr>
              <a:buSzPts val="1000"/>
              <a:buFont typeface="Times New Roman"/>
              <a:buNone/>
              <a:defRPr b="0" i="0" sz="1000" u="none" cap="none" strike="noStrike">
                <a:solidFill>
                  <a:schemeClr val="dk2"/>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000000"/>
              </a:buClr>
              <a:buSzPts val="1000"/>
              <a:buFont typeface="Times New Roman"/>
              <a:buNone/>
              <a:defRPr b="0" i="0" sz="1000" u="none" cap="none" strike="noStrike">
                <a:solidFill>
                  <a:schemeClr val="dk2"/>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000000"/>
              </a:buClr>
              <a:buSzPts val="1000"/>
              <a:buFont typeface="Times New Roman"/>
              <a:buNone/>
              <a:defRPr b="0" i="0" sz="1000" u="none" cap="none" strike="noStrike">
                <a:solidFill>
                  <a:schemeClr val="dk2"/>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000000"/>
              </a:buClr>
              <a:buSzPts val="1000"/>
              <a:buFont typeface="Times New Roman"/>
              <a:buNone/>
              <a:defRPr b="0" i="0" sz="1000" u="none" cap="none" strike="noStrike">
                <a:solidFill>
                  <a:schemeClr val="dk2"/>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000000"/>
              </a:buClr>
              <a:buSzPts val="1000"/>
              <a:buFont typeface="Times New Roman"/>
              <a:buNone/>
              <a:defRPr b="0" i="0" sz="1000" u="none" cap="none" strike="noStrike">
                <a:solidFill>
                  <a:schemeClr val="dk2"/>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000000"/>
              </a:buClr>
              <a:buSzPts val="1000"/>
              <a:buFont typeface="Times New Roman"/>
              <a:buNone/>
              <a:defRPr b="0" i="0" sz="1000" u="none" cap="none" strike="noStrike">
                <a:solidFill>
                  <a:schemeClr val="dk2"/>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 name="Shape 17"/>
        <p:cNvGrpSpPr/>
        <p:nvPr/>
      </p:nvGrpSpPr>
      <p:grpSpPr>
        <a:xfrm>
          <a:off x="0" y="0"/>
          <a:ext cx="0" cy="0"/>
          <a:chOff x="0" y="0"/>
          <a:chExt cx="0" cy="0"/>
        </a:xfrm>
      </p:grpSpPr>
      <p:sp>
        <p:nvSpPr>
          <p:cNvPr id="18" name="Google Shape;18;p8"/>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9" name="Google Shape;19;p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Times New Roman"/>
              <a:buNone/>
              <a:defRPr b="0" i="0" sz="1000" u="none" cap="none" strike="noStrike">
                <a:solidFill>
                  <a:schemeClr val="dk2"/>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000000"/>
              </a:buClr>
              <a:buSzPts val="1000"/>
              <a:buFont typeface="Times New Roman"/>
              <a:buNone/>
              <a:defRPr b="0" i="0" sz="1000" u="none" cap="none" strike="noStrike">
                <a:solidFill>
                  <a:schemeClr val="dk2"/>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000000"/>
              </a:buClr>
              <a:buSzPts val="1000"/>
              <a:buFont typeface="Times New Roman"/>
              <a:buNone/>
              <a:defRPr b="0" i="0" sz="1000" u="none" cap="none" strike="noStrike">
                <a:solidFill>
                  <a:schemeClr val="dk2"/>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000000"/>
              </a:buClr>
              <a:buSzPts val="1000"/>
              <a:buFont typeface="Times New Roman"/>
              <a:buNone/>
              <a:defRPr b="0" i="0" sz="1000" u="none" cap="none" strike="noStrike">
                <a:solidFill>
                  <a:schemeClr val="dk2"/>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000000"/>
              </a:buClr>
              <a:buSzPts val="1000"/>
              <a:buFont typeface="Times New Roman"/>
              <a:buNone/>
              <a:defRPr b="0" i="0" sz="1000" u="none" cap="none" strike="noStrike">
                <a:solidFill>
                  <a:schemeClr val="dk2"/>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000000"/>
              </a:buClr>
              <a:buSzPts val="1000"/>
              <a:buFont typeface="Times New Roman"/>
              <a:buNone/>
              <a:defRPr b="0" i="0" sz="1000" u="none" cap="none" strike="noStrike">
                <a:solidFill>
                  <a:schemeClr val="dk2"/>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000000"/>
              </a:buClr>
              <a:buSzPts val="1000"/>
              <a:buFont typeface="Times New Roman"/>
              <a:buNone/>
              <a:defRPr b="0" i="0" sz="1000" u="none" cap="none" strike="noStrike">
                <a:solidFill>
                  <a:schemeClr val="dk2"/>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000000"/>
              </a:buClr>
              <a:buSzPts val="1000"/>
              <a:buFont typeface="Times New Roman"/>
              <a:buNone/>
              <a:defRPr b="0" i="0" sz="1000" u="none" cap="none" strike="noStrike">
                <a:solidFill>
                  <a:schemeClr val="dk2"/>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000000"/>
              </a:buClr>
              <a:buSzPts val="1000"/>
              <a:buFont typeface="Times New Roman"/>
              <a:buNone/>
              <a:defRPr b="0" i="0" sz="1000" u="none" cap="none" strike="noStrike">
                <a:solidFill>
                  <a:schemeClr val="dk2"/>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2" name="Google Shape;22;p9"/>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3" name="Google Shape;23;p9"/>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4" name="Google Shape;24;p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Times New Roman"/>
              <a:buNone/>
              <a:defRPr b="0" i="0" sz="1000" u="none" cap="none" strike="noStrike">
                <a:solidFill>
                  <a:schemeClr val="dk2"/>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000000"/>
              </a:buClr>
              <a:buSzPts val="1000"/>
              <a:buFont typeface="Times New Roman"/>
              <a:buNone/>
              <a:defRPr b="0" i="0" sz="1000" u="none" cap="none" strike="noStrike">
                <a:solidFill>
                  <a:schemeClr val="dk2"/>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000000"/>
              </a:buClr>
              <a:buSzPts val="1000"/>
              <a:buFont typeface="Times New Roman"/>
              <a:buNone/>
              <a:defRPr b="0" i="0" sz="1000" u="none" cap="none" strike="noStrike">
                <a:solidFill>
                  <a:schemeClr val="dk2"/>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000000"/>
              </a:buClr>
              <a:buSzPts val="1000"/>
              <a:buFont typeface="Times New Roman"/>
              <a:buNone/>
              <a:defRPr b="0" i="0" sz="1000" u="none" cap="none" strike="noStrike">
                <a:solidFill>
                  <a:schemeClr val="dk2"/>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000000"/>
              </a:buClr>
              <a:buSzPts val="1000"/>
              <a:buFont typeface="Times New Roman"/>
              <a:buNone/>
              <a:defRPr b="0" i="0" sz="1000" u="none" cap="none" strike="noStrike">
                <a:solidFill>
                  <a:schemeClr val="dk2"/>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000000"/>
              </a:buClr>
              <a:buSzPts val="1000"/>
              <a:buFont typeface="Times New Roman"/>
              <a:buNone/>
              <a:defRPr b="0" i="0" sz="1000" u="none" cap="none" strike="noStrike">
                <a:solidFill>
                  <a:schemeClr val="dk2"/>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000000"/>
              </a:buClr>
              <a:buSzPts val="1000"/>
              <a:buFont typeface="Times New Roman"/>
              <a:buNone/>
              <a:defRPr b="0" i="0" sz="1000" u="none" cap="none" strike="noStrike">
                <a:solidFill>
                  <a:schemeClr val="dk2"/>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000000"/>
              </a:buClr>
              <a:buSzPts val="1000"/>
              <a:buFont typeface="Times New Roman"/>
              <a:buNone/>
              <a:defRPr b="0" i="0" sz="1000" u="none" cap="none" strike="noStrike">
                <a:solidFill>
                  <a:schemeClr val="dk2"/>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000000"/>
              </a:buClr>
              <a:buSzPts val="1000"/>
              <a:buFont typeface="Times New Roman"/>
              <a:buNone/>
              <a:defRPr b="0" i="0" sz="1000" u="none" cap="none" strike="noStrike">
                <a:solidFill>
                  <a:schemeClr val="dk2"/>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1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7" name="Google Shape;27;p1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Times New Roman"/>
              <a:buNone/>
              <a:defRPr b="0" i="0" sz="1000" u="none" cap="none" strike="noStrike">
                <a:solidFill>
                  <a:schemeClr val="dk2"/>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000000"/>
              </a:buClr>
              <a:buSzPts val="1000"/>
              <a:buFont typeface="Times New Roman"/>
              <a:buNone/>
              <a:defRPr b="0" i="0" sz="1000" u="none" cap="none" strike="noStrike">
                <a:solidFill>
                  <a:schemeClr val="dk2"/>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000000"/>
              </a:buClr>
              <a:buSzPts val="1000"/>
              <a:buFont typeface="Times New Roman"/>
              <a:buNone/>
              <a:defRPr b="0" i="0" sz="1000" u="none" cap="none" strike="noStrike">
                <a:solidFill>
                  <a:schemeClr val="dk2"/>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000000"/>
              </a:buClr>
              <a:buSzPts val="1000"/>
              <a:buFont typeface="Times New Roman"/>
              <a:buNone/>
              <a:defRPr b="0" i="0" sz="1000" u="none" cap="none" strike="noStrike">
                <a:solidFill>
                  <a:schemeClr val="dk2"/>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000000"/>
              </a:buClr>
              <a:buSzPts val="1000"/>
              <a:buFont typeface="Times New Roman"/>
              <a:buNone/>
              <a:defRPr b="0" i="0" sz="1000" u="none" cap="none" strike="noStrike">
                <a:solidFill>
                  <a:schemeClr val="dk2"/>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000000"/>
              </a:buClr>
              <a:buSzPts val="1000"/>
              <a:buFont typeface="Times New Roman"/>
              <a:buNone/>
              <a:defRPr b="0" i="0" sz="1000" u="none" cap="none" strike="noStrike">
                <a:solidFill>
                  <a:schemeClr val="dk2"/>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000000"/>
              </a:buClr>
              <a:buSzPts val="1000"/>
              <a:buFont typeface="Times New Roman"/>
              <a:buNone/>
              <a:defRPr b="0" i="0" sz="1000" u="none" cap="none" strike="noStrike">
                <a:solidFill>
                  <a:schemeClr val="dk2"/>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000000"/>
              </a:buClr>
              <a:buSzPts val="1000"/>
              <a:buFont typeface="Times New Roman"/>
              <a:buNone/>
              <a:defRPr b="0" i="0" sz="1000" u="none" cap="none" strike="noStrike">
                <a:solidFill>
                  <a:schemeClr val="dk2"/>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000000"/>
              </a:buClr>
              <a:buSzPts val="1000"/>
              <a:buFont typeface="Times New Roman"/>
              <a:buNone/>
              <a:defRPr b="0" i="0" sz="1000" u="none" cap="none" strike="noStrike">
                <a:solidFill>
                  <a:schemeClr val="dk2"/>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11"/>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0" name="Google Shape;30;p11"/>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1" name="Google Shape;31;p1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Times New Roman"/>
              <a:buNone/>
              <a:defRPr b="0" i="0" sz="1000" u="none" cap="none" strike="noStrike">
                <a:solidFill>
                  <a:schemeClr val="dk2"/>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000000"/>
              </a:buClr>
              <a:buSzPts val="1000"/>
              <a:buFont typeface="Times New Roman"/>
              <a:buNone/>
              <a:defRPr b="0" i="0" sz="1000" u="none" cap="none" strike="noStrike">
                <a:solidFill>
                  <a:schemeClr val="dk2"/>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000000"/>
              </a:buClr>
              <a:buSzPts val="1000"/>
              <a:buFont typeface="Times New Roman"/>
              <a:buNone/>
              <a:defRPr b="0" i="0" sz="1000" u="none" cap="none" strike="noStrike">
                <a:solidFill>
                  <a:schemeClr val="dk2"/>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000000"/>
              </a:buClr>
              <a:buSzPts val="1000"/>
              <a:buFont typeface="Times New Roman"/>
              <a:buNone/>
              <a:defRPr b="0" i="0" sz="1000" u="none" cap="none" strike="noStrike">
                <a:solidFill>
                  <a:schemeClr val="dk2"/>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000000"/>
              </a:buClr>
              <a:buSzPts val="1000"/>
              <a:buFont typeface="Times New Roman"/>
              <a:buNone/>
              <a:defRPr b="0" i="0" sz="1000" u="none" cap="none" strike="noStrike">
                <a:solidFill>
                  <a:schemeClr val="dk2"/>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000000"/>
              </a:buClr>
              <a:buSzPts val="1000"/>
              <a:buFont typeface="Times New Roman"/>
              <a:buNone/>
              <a:defRPr b="0" i="0" sz="1000" u="none" cap="none" strike="noStrike">
                <a:solidFill>
                  <a:schemeClr val="dk2"/>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000000"/>
              </a:buClr>
              <a:buSzPts val="1000"/>
              <a:buFont typeface="Times New Roman"/>
              <a:buNone/>
              <a:defRPr b="0" i="0" sz="1000" u="none" cap="none" strike="noStrike">
                <a:solidFill>
                  <a:schemeClr val="dk2"/>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000000"/>
              </a:buClr>
              <a:buSzPts val="1000"/>
              <a:buFont typeface="Times New Roman"/>
              <a:buNone/>
              <a:defRPr b="0" i="0" sz="1000" u="none" cap="none" strike="noStrike">
                <a:solidFill>
                  <a:schemeClr val="dk2"/>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000000"/>
              </a:buClr>
              <a:buSzPts val="1000"/>
              <a:buFont typeface="Times New Roman"/>
              <a:buNone/>
              <a:defRPr b="0" i="0" sz="1000" u="none" cap="none" strike="noStrike">
                <a:solidFill>
                  <a:schemeClr val="dk2"/>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12"/>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4" name="Google Shape;34;p1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Times New Roman"/>
              <a:buNone/>
              <a:defRPr b="0" i="0" sz="1000" u="none" cap="none" strike="noStrike">
                <a:solidFill>
                  <a:schemeClr val="dk2"/>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000000"/>
              </a:buClr>
              <a:buSzPts val="1000"/>
              <a:buFont typeface="Times New Roman"/>
              <a:buNone/>
              <a:defRPr b="0" i="0" sz="1000" u="none" cap="none" strike="noStrike">
                <a:solidFill>
                  <a:schemeClr val="dk2"/>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000000"/>
              </a:buClr>
              <a:buSzPts val="1000"/>
              <a:buFont typeface="Times New Roman"/>
              <a:buNone/>
              <a:defRPr b="0" i="0" sz="1000" u="none" cap="none" strike="noStrike">
                <a:solidFill>
                  <a:schemeClr val="dk2"/>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000000"/>
              </a:buClr>
              <a:buSzPts val="1000"/>
              <a:buFont typeface="Times New Roman"/>
              <a:buNone/>
              <a:defRPr b="0" i="0" sz="1000" u="none" cap="none" strike="noStrike">
                <a:solidFill>
                  <a:schemeClr val="dk2"/>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000000"/>
              </a:buClr>
              <a:buSzPts val="1000"/>
              <a:buFont typeface="Times New Roman"/>
              <a:buNone/>
              <a:defRPr b="0" i="0" sz="1000" u="none" cap="none" strike="noStrike">
                <a:solidFill>
                  <a:schemeClr val="dk2"/>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000000"/>
              </a:buClr>
              <a:buSzPts val="1000"/>
              <a:buFont typeface="Times New Roman"/>
              <a:buNone/>
              <a:defRPr b="0" i="0" sz="1000" u="none" cap="none" strike="noStrike">
                <a:solidFill>
                  <a:schemeClr val="dk2"/>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000000"/>
              </a:buClr>
              <a:buSzPts val="1000"/>
              <a:buFont typeface="Times New Roman"/>
              <a:buNone/>
              <a:defRPr b="0" i="0" sz="1000" u="none" cap="none" strike="noStrike">
                <a:solidFill>
                  <a:schemeClr val="dk2"/>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000000"/>
              </a:buClr>
              <a:buSzPts val="1000"/>
              <a:buFont typeface="Times New Roman"/>
              <a:buNone/>
              <a:defRPr b="0" i="0" sz="1000" u="none" cap="none" strike="noStrike">
                <a:solidFill>
                  <a:schemeClr val="dk2"/>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000000"/>
              </a:buClr>
              <a:buSzPts val="1000"/>
              <a:buFont typeface="Times New Roman"/>
              <a:buNone/>
              <a:defRPr b="0" i="0" sz="1000" u="none" cap="none" strike="noStrike">
                <a:solidFill>
                  <a:schemeClr val="dk2"/>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13"/>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Times New Roman"/>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37" name="Google Shape;37;p13"/>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38" name="Google Shape;38;p13"/>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13"/>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0" name="Google Shape;40;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Times New Roman"/>
              <a:buNone/>
              <a:defRPr b="0" i="0" sz="1000" u="none" cap="none" strike="noStrike">
                <a:solidFill>
                  <a:schemeClr val="dk2"/>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000000"/>
              </a:buClr>
              <a:buSzPts val="1000"/>
              <a:buFont typeface="Times New Roman"/>
              <a:buNone/>
              <a:defRPr b="0" i="0" sz="1000" u="none" cap="none" strike="noStrike">
                <a:solidFill>
                  <a:schemeClr val="dk2"/>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000000"/>
              </a:buClr>
              <a:buSzPts val="1000"/>
              <a:buFont typeface="Times New Roman"/>
              <a:buNone/>
              <a:defRPr b="0" i="0" sz="1000" u="none" cap="none" strike="noStrike">
                <a:solidFill>
                  <a:schemeClr val="dk2"/>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000000"/>
              </a:buClr>
              <a:buSzPts val="1000"/>
              <a:buFont typeface="Times New Roman"/>
              <a:buNone/>
              <a:defRPr b="0" i="0" sz="1000" u="none" cap="none" strike="noStrike">
                <a:solidFill>
                  <a:schemeClr val="dk2"/>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000000"/>
              </a:buClr>
              <a:buSzPts val="1000"/>
              <a:buFont typeface="Times New Roman"/>
              <a:buNone/>
              <a:defRPr b="0" i="0" sz="1000" u="none" cap="none" strike="noStrike">
                <a:solidFill>
                  <a:schemeClr val="dk2"/>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000000"/>
              </a:buClr>
              <a:buSzPts val="1000"/>
              <a:buFont typeface="Times New Roman"/>
              <a:buNone/>
              <a:defRPr b="0" i="0" sz="1000" u="none" cap="none" strike="noStrike">
                <a:solidFill>
                  <a:schemeClr val="dk2"/>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000000"/>
              </a:buClr>
              <a:buSzPts val="1000"/>
              <a:buFont typeface="Times New Roman"/>
              <a:buNone/>
              <a:defRPr b="0" i="0" sz="1000" u="none" cap="none" strike="noStrike">
                <a:solidFill>
                  <a:schemeClr val="dk2"/>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000000"/>
              </a:buClr>
              <a:buSzPts val="1000"/>
              <a:buFont typeface="Times New Roman"/>
              <a:buNone/>
              <a:defRPr b="0" i="0" sz="1000" u="none" cap="none" strike="noStrike">
                <a:solidFill>
                  <a:schemeClr val="dk2"/>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000000"/>
              </a:buClr>
              <a:buSzPts val="1000"/>
              <a:buFont typeface="Times New Roman"/>
              <a:buNone/>
              <a:defRPr b="0" i="0" sz="1000" u="none" cap="none" strike="noStrike">
                <a:solidFill>
                  <a:schemeClr val="dk2"/>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4"/>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43" name="Google Shape;43;p1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Times New Roman"/>
              <a:buNone/>
              <a:defRPr b="0" i="0" sz="1000" u="none" cap="none" strike="noStrike">
                <a:solidFill>
                  <a:schemeClr val="dk2"/>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000000"/>
              </a:buClr>
              <a:buSzPts val="1000"/>
              <a:buFont typeface="Times New Roman"/>
              <a:buNone/>
              <a:defRPr b="0" i="0" sz="1000" u="none" cap="none" strike="noStrike">
                <a:solidFill>
                  <a:schemeClr val="dk2"/>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000000"/>
              </a:buClr>
              <a:buSzPts val="1000"/>
              <a:buFont typeface="Times New Roman"/>
              <a:buNone/>
              <a:defRPr b="0" i="0" sz="1000" u="none" cap="none" strike="noStrike">
                <a:solidFill>
                  <a:schemeClr val="dk2"/>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000000"/>
              </a:buClr>
              <a:buSzPts val="1000"/>
              <a:buFont typeface="Times New Roman"/>
              <a:buNone/>
              <a:defRPr b="0" i="0" sz="1000" u="none" cap="none" strike="noStrike">
                <a:solidFill>
                  <a:schemeClr val="dk2"/>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000000"/>
              </a:buClr>
              <a:buSzPts val="1000"/>
              <a:buFont typeface="Times New Roman"/>
              <a:buNone/>
              <a:defRPr b="0" i="0" sz="1000" u="none" cap="none" strike="noStrike">
                <a:solidFill>
                  <a:schemeClr val="dk2"/>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000000"/>
              </a:buClr>
              <a:buSzPts val="1000"/>
              <a:buFont typeface="Times New Roman"/>
              <a:buNone/>
              <a:defRPr b="0" i="0" sz="1000" u="none" cap="none" strike="noStrike">
                <a:solidFill>
                  <a:schemeClr val="dk2"/>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000000"/>
              </a:buClr>
              <a:buSzPts val="1000"/>
              <a:buFont typeface="Times New Roman"/>
              <a:buNone/>
              <a:defRPr b="0" i="0" sz="1000" u="none" cap="none" strike="noStrike">
                <a:solidFill>
                  <a:schemeClr val="dk2"/>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000000"/>
              </a:buClr>
              <a:buSzPts val="1000"/>
              <a:buFont typeface="Times New Roman"/>
              <a:buNone/>
              <a:defRPr b="0" i="0" sz="1000" u="none" cap="none" strike="noStrike">
                <a:solidFill>
                  <a:schemeClr val="dk2"/>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000000"/>
              </a:buClr>
              <a:buSzPts val="1000"/>
              <a:buFont typeface="Times New Roman"/>
              <a:buNone/>
              <a:defRPr b="0" i="0" sz="1000" u="none" cap="none" strike="noStrike">
                <a:solidFill>
                  <a:schemeClr val="dk2"/>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5"/>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6" name="Google Shape;46;p15"/>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47" name="Google Shape;47;p1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Times New Roman"/>
              <a:buNone/>
              <a:defRPr b="0" i="0" sz="1000" u="none" cap="none" strike="noStrike">
                <a:solidFill>
                  <a:schemeClr val="dk2"/>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000000"/>
              </a:buClr>
              <a:buSzPts val="1000"/>
              <a:buFont typeface="Times New Roman"/>
              <a:buNone/>
              <a:defRPr b="0" i="0" sz="1000" u="none" cap="none" strike="noStrike">
                <a:solidFill>
                  <a:schemeClr val="dk2"/>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000000"/>
              </a:buClr>
              <a:buSzPts val="1000"/>
              <a:buFont typeface="Times New Roman"/>
              <a:buNone/>
              <a:defRPr b="0" i="0" sz="1000" u="none" cap="none" strike="noStrike">
                <a:solidFill>
                  <a:schemeClr val="dk2"/>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000000"/>
              </a:buClr>
              <a:buSzPts val="1000"/>
              <a:buFont typeface="Times New Roman"/>
              <a:buNone/>
              <a:defRPr b="0" i="0" sz="1000" u="none" cap="none" strike="noStrike">
                <a:solidFill>
                  <a:schemeClr val="dk2"/>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000000"/>
              </a:buClr>
              <a:buSzPts val="1000"/>
              <a:buFont typeface="Times New Roman"/>
              <a:buNone/>
              <a:defRPr b="0" i="0" sz="1000" u="none" cap="none" strike="noStrike">
                <a:solidFill>
                  <a:schemeClr val="dk2"/>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000000"/>
              </a:buClr>
              <a:buSzPts val="1000"/>
              <a:buFont typeface="Times New Roman"/>
              <a:buNone/>
              <a:defRPr b="0" i="0" sz="1000" u="none" cap="none" strike="noStrike">
                <a:solidFill>
                  <a:schemeClr val="dk2"/>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000000"/>
              </a:buClr>
              <a:buSzPts val="1000"/>
              <a:buFont typeface="Times New Roman"/>
              <a:buNone/>
              <a:defRPr b="0" i="0" sz="1000" u="none" cap="none" strike="noStrike">
                <a:solidFill>
                  <a:schemeClr val="dk2"/>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000000"/>
              </a:buClr>
              <a:buSzPts val="1000"/>
              <a:buFont typeface="Times New Roman"/>
              <a:buNone/>
              <a:defRPr b="0" i="0" sz="1000" u="none" cap="none" strike="noStrike">
                <a:solidFill>
                  <a:schemeClr val="dk2"/>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000000"/>
              </a:buClr>
              <a:buSzPts val="1000"/>
              <a:buFont typeface="Times New Roman"/>
              <a:buNone/>
              <a:defRPr b="0" i="0" sz="1000" u="none" cap="none" strike="noStrike">
                <a:solidFill>
                  <a:schemeClr val="dk2"/>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Times New Roman"/>
              <a:buNone/>
              <a:defRPr b="0" i="0" sz="1000" u="none" cap="none" strike="noStrike">
                <a:solidFill>
                  <a:schemeClr val="dk2"/>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000000"/>
              </a:buClr>
              <a:buSzPts val="1000"/>
              <a:buFont typeface="Times New Roman"/>
              <a:buNone/>
              <a:defRPr b="0" i="0" sz="1000" u="none" cap="none" strike="noStrike">
                <a:solidFill>
                  <a:schemeClr val="dk2"/>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000000"/>
              </a:buClr>
              <a:buSzPts val="1000"/>
              <a:buFont typeface="Times New Roman"/>
              <a:buNone/>
              <a:defRPr b="0" i="0" sz="1000" u="none" cap="none" strike="noStrike">
                <a:solidFill>
                  <a:schemeClr val="dk2"/>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000000"/>
              </a:buClr>
              <a:buSzPts val="1000"/>
              <a:buFont typeface="Times New Roman"/>
              <a:buNone/>
              <a:defRPr b="0" i="0" sz="1000" u="none" cap="none" strike="noStrike">
                <a:solidFill>
                  <a:schemeClr val="dk2"/>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000000"/>
              </a:buClr>
              <a:buSzPts val="1000"/>
              <a:buFont typeface="Times New Roman"/>
              <a:buNone/>
              <a:defRPr b="0" i="0" sz="1000" u="none" cap="none" strike="noStrike">
                <a:solidFill>
                  <a:schemeClr val="dk2"/>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000000"/>
              </a:buClr>
              <a:buSzPts val="1000"/>
              <a:buFont typeface="Times New Roman"/>
              <a:buNone/>
              <a:defRPr b="0" i="0" sz="1000" u="none" cap="none" strike="noStrike">
                <a:solidFill>
                  <a:schemeClr val="dk2"/>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000000"/>
              </a:buClr>
              <a:buSzPts val="1000"/>
              <a:buFont typeface="Times New Roman"/>
              <a:buNone/>
              <a:defRPr b="0" i="0" sz="1000" u="none" cap="none" strike="noStrike">
                <a:solidFill>
                  <a:schemeClr val="dk2"/>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000000"/>
              </a:buClr>
              <a:buSzPts val="1000"/>
              <a:buFont typeface="Times New Roman"/>
              <a:buNone/>
              <a:defRPr b="0" i="0" sz="1000" u="none" cap="none" strike="noStrike">
                <a:solidFill>
                  <a:schemeClr val="dk2"/>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000000"/>
              </a:buClr>
              <a:buSzPts val="1000"/>
              <a:buFont typeface="Times New Roman"/>
              <a:buNone/>
              <a:defRPr b="0" i="0" sz="1000" u="none" cap="none" strike="noStrike">
                <a:solidFill>
                  <a:schemeClr val="dk2"/>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Times New Roman"/>
              <a:buNone/>
              <a:defRPr b="0" i="0" sz="2800" u="none" cap="none" strike="noStrike">
                <a:solidFill>
                  <a:schemeClr val="dk1"/>
                </a:solidFill>
                <a:latin typeface="Times New Roman"/>
                <a:ea typeface="Times New Roman"/>
                <a:cs typeface="Times New Roman"/>
                <a:sym typeface="Times New Roman"/>
              </a:defRPr>
            </a:lvl1pPr>
            <a:lvl2pPr lvl="1" marR="0" rtl="0" algn="l">
              <a:lnSpc>
                <a:spcPct val="100000"/>
              </a:lnSpc>
              <a:spcBef>
                <a:spcPts val="0"/>
              </a:spcBef>
              <a:spcAft>
                <a:spcPts val="0"/>
              </a:spcAft>
              <a:buClr>
                <a:schemeClr val="dk1"/>
              </a:buClr>
              <a:buSzPts val="2800"/>
              <a:buFont typeface="Times New Roman"/>
              <a:buNone/>
              <a:defRPr b="0" i="0" sz="28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Clr>
                <a:schemeClr val="dk1"/>
              </a:buClr>
              <a:buSzPts val="2800"/>
              <a:buFont typeface="Times New Roman"/>
              <a:buNone/>
              <a:defRPr b="0" i="0" sz="28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Clr>
                <a:schemeClr val="dk1"/>
              </a:buClr>
              <a:buSzPts val="2800"/>
              <a:buFont typeface="Times New Roman"/>
              <a:buNone/>
              <a:defRPr b="0" i="0" sz="28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Clr>
                <a:schemeClr val="dk1"/>
              </a:buClr>
              <a:buSzPts val="2800"/>
              <a:buFont typeface="Times New Roman"/>
              <a:buNone/>
              <a:defRPr b="0" i="0" sz="28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Clr>
                <a:schemeClr val="dk1"/>
              </a:buClr>
              <a:buSzPts val="2800"/>
              <a:buFont typeface="Times New Roman"/>
              <a:buNone/>
              <a:defRPr b="0" i="0" sz="28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Clr>
                <a:schemeClr val="dk1"/>
              </a:buClr>
              <a:buSzPts val="2800"/>
              <a:buFont typeface="Times New Roman"/>
              <a:buNone/>
              <a:defRPr b="0" i="0" sz="28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Clr>
                <a:schemeClr val="dk1"/>
              </a:buClr>
              <a:buSzPts val="2800"/>
              <a:buFont typeface="Times New Roman"/>
              <a:buNone/>
              <a:defRPr b="0" i="0" sz="28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Clr>
                <a:schemeClr val="dk1"/>
              </a:buClr>
              <a:buSzPts val="2800"/>
              <a:buFont typeface="Times New Roman"/>
              <a:buNone/>
              <a:defRPr b="0" i="0" sz="2800" u="none" cap="none" strike="noStrike">
                <a:solidFill>
                  <a:schemeClr val="dk1"/>
                </a:solidFill>
                <a:latin typeface="Times New Roman"/>
                <a:ea typeface="Times New Roman"/>
                <a:cs typeface="Times New Roman"/>
                <a:sym typeface="Times New Roman"/>
              </a:defRPr>
            </a:lvl9pPr>
          </a:lstStyle>
          <a:p/>
        </p:txBody>
      </p:sp>
      <p:sp>
        <p:nvSpPr>
          <p:cNvPr id="7" name="Google Shape;7;p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Times New Roman"/>
              <a:buChar char="●"/>
              <a:defRPr b="0" i="0" sz="1800" u="none" cap="none" strike="noStrike">
                <a:solidFill>
                  <a:schemeClr val="dk2"/>
                </a:solidFill>
                <a:latin typeface="Times New Roman"/>
                <a:ea typeface="Times New Roman"/>
                <a:cs typeface="Times New Roman"/>
                <a:sym typeface="Times New Roman"/>
              </a:defRPr>
            </a:lvl1pPr>
            <a:lvl2pPr indent="-317500" lvl="1" marL="914400" marR="0" rtl="0" algn="l">
              <a:lnSpc>
                <a:spcPct val="115000"/>
              </a:lnSpc>
              <a:spcBef>
                <a:spcPts val="0"/>
              </a:spcBef>
              <a:spcAft>
                <a:spcPts val="0"/>
              </a:spcAft>
              <a:buClr>
                <a:schemeClr val="dk2"/>
              </a:buClr>
              <a:buSzPts val="1400"/>
              <a:buFont typeface="Times New Roman"/>
              <a:buChar char="○"/>
              <a:defRPr b="0" i="0" sz="1400" u="none" cap="none" strike="noStrike">
                <a:solidFill>
                  <a:schemeClr val="dk2"/>
                </a:solidFill>
                <a:latin typeface="Times New Roman"/>
                <a:ea typeface="Times New Roman"/>
                <a:cs typeface="Times New Roman"/>
                <a:sym typeface="Times New Roman"/>
              </a:defRPr>
            </a:lvl2pPr>
            <a:lvl3pPr indent="-317500" lvl="2" marL="1371600" marR="0" rtl="0" algn="l">
              <a:lnSpc>
                <a:spcPct val="115000"/>
              </a:lnSpc>
              <a:spcBef>
                <a:spcPts val="0"/>
              </a:spcBef>
              <a:spcAft>
                <a:spcPts val="0"/>
              </a:spcAft>
              <a:buClr>
                <a:schemeClr val="dk2"/>
              </a:buClr>
              <a:buSzPts val="1400"/>
              <a:buFont typeface="Times New Roman"/>
              <a:buChar char="■"/>
              <a:defRPr b="0" i="0" sz="1400" u="none" cap="none" strike="noStrike">
                <a:solidFill>
                  <a:schemeClr val="dk2"/>
                </a:solidFill>
                <a:latin typeface="Times New Roman"/>
                <a:ea typeface="Times New Roman"/>
                <a:cs typeface="Times New Roman"/>
                <a:sym typeface="Times New Roman"/>
              </a:defRPr>
            </a:lvl3pPr>
            <a:lvl4pPr indent="-317500" lvl="3" marL="1828800" marR="0" rtl="0" algn="l">
              <a:lnSpc>
                <a:spcPct val="115000"/>
              </a:lnSpc>
              <a:spcBef>
                <a:spcPts val="0"/>
              </a:spcBef>
              <a:spcAft>
                <a:spcPts val="0"/>
              </a:spcAft>
              <a:buClr>
                <a:schemeClr val="dk2"/>
              </a:buClr>
              <a:buSzPts val="1400"/>
              <a:buFont typeface="Times New Roman"/>
              <a:buChar char="●"/>
              <a:defRPr b="0" i="0" sz="1400" u="none" cap="none" strike="noStrike">
                <a:solidFill>
                  <a:schemeClr val="dk2"/>
                </a:solidFill>
                <a:latin typeface="Times New Roman"/>
                <a:ea typeface="Times New Roman"/>
                <a:cs typeface="Times New Roman"/>
                <a:sym typeface="Times New Roman"/>
              </a:defRPr>
            </a:lvl4pPr>
            <a:lvl5pPr indent="-317500" lvl="4" marL="2286000" marR="0" rtl="0" algn="l">
              <a:lnSpc>
                <a:spcPct val="115000"/>
              </a:lnSpc>
              <a:spcBef>
                <a:spcPts val="0"/>
              </a:spcBef>
              <a:spcAft>
                <a:spcPts val="0"/>
              </a:spcAft>
              <a:buClr>
                <a:schemeClr val="dk2"/>
              </a:buClr>
              <a:buSzPts val="1400"/>
              <a:buFont typeface="Times New Roman"/>
              <a:buChar char="○"/>
              <a:defRPr b="0" i="0" sz="1400" u="none" cap="none" strike="noStrike">
                <a:solidFill>
                  <a:schemeClr val="dk2"/>
                </a:solidFill>
                <a:latin typeface="Times New Roman"/>
                <a:ea typeface="Times New Roman"/>
                <a:cs typeface="Times New Roman"/>
                <a:sym typeface="Times New Roman"/>
              </a:defRPr>
            </a:lvl5pPr>
            <a:lvl6pPr indent="-317500" lvl="5" marL="2743200" marR="0" rtl="0" algn="l">
              <a:lnSpc>
                <a:spcPct val="115000"/>
              </a:lnSpc>
              <a:spcBef>
                <a:spcPts val="0"/>
              </a:spcBef>
              <a:spcAft>
                <a:spcPts val="0"/>
              </a:spcAft>
              <a:buClr>
                <a:schemeClr val="dk2"/>
              </a:buClr>
              <a:buSzPts val="1400"/>
              <a:buFont typeface="Times New Roman"/>
              <a:buChar char="■"/>
              <a:defRPr b="0" i="0" sz="1400" u="none" cap="none" strike="noStrike">
                <a:solidFill>
                  <a:schemeClr val="dk2"/>
                </a:solidFill>
                <a:latin typeface="Times New Roman"/>
                <a:ea typeface="Times New Roman"/>
                <a:cs typeface="Times New Roman"/>
                <a:sym typeface="Times New Roman"/>
              </a:defRPr>
            </a:lvl6pPr>
            <a:lvl7pPr indent="-317500" lvl="6" marL="3200400" marR="0" rtl="0" algn="l">
              <a:lnSpc>
                <a:spcPct val="115000"/>
              </a:lnSpc>
              <a:spcBef>
                <a:spcPts val="0"/>
              </a:spcBef>
              <a:spcAft>
                <a:spcPts val="0"/>
              </a:spcAft>
              <a:buClr>
                <a:schemeClr val="dk2"/>
              </a:buClr>
              <a:buSzPts val="1400"/>
              <a:buFont typeface="Times New Roman"/>
              <a:buChar char="●"/>
              <a:defRPr b="0" i="0" sz="1400" u="none" cap="none" strike="noStrike">
                <a:solidFill>
                  <a:schemeClr val="dk2"/>
                </a:solidFill>
                <a:latin typeface="Times New Roman"/>
                <a:ea typeface="Times New Roman"/>
                <a:cs typeface="Times New Roman"/>
                <a:sym typeface="Times New Roman"/>
              </a:defRPr>
            </a:lvl7pPr>
            <a:lvl8pPr indent="-317500" lvl="7" marL="3657600" marR="0" rtl="0" algn="l">
              <a:lnSpc>
                <a:spcPct val="115000"/>
              </a:lnSpc>
              <a:spcBef>
                <a:spcPts val="0"/>
              </a:spcBef>
              <a:spcAft>
                <a:spcPts val="0"/>
              </a:spcAft>
              <a:buClr>
                <a:schemeClr val="dk2"/>
              </a:buClr>
              <a:buSzPts val="1400"/>
              <a:buFont typeface="Times New Roman"/>
              <a:buChar char="○"/>
              <a:defRPr b="0" i="0" sz="1400" u="none" cap="none" strike="noStrike">
                <a:solidFill>
                  <a:schemeClr val="dk2"/>
                </a:solidFill>
                <a:latin typeface="Times New Roman"/>
                <a:ea typeface="Times New Roman"/>
                <a:cs typeface="Times New Roman"/>
                <a:sym typeface="Times New Roman"/>
              </a:defRPr>
            </a:lvl8pPr>
            <a:lvl9pPr indent="-317500" lvl="8" marL="4114800" marR="0" rtl="0" algn="l">
              <a:lnSpc>
                <a:spcPct val="115000"/>
              </a:lnSpc>
              <a:spcBef>
                <a:spcPts val="0"/>
              </a:spcBef>
              <a:spcAft>
                <a:spcPts val="0"/>
              </a:spcAft>
              <a:buClr>
                <a:schemeClr val="dk2"/>
              </a:buClr>
              <a:buSzPts val="1400"/>
              <a:buFont typeface="Times New Roman"/>
              <a:buChar char="■"/>
              <a:defRPr b="0" i="0" sz="1400" u="none" cap="none" strike="noStrike">
                <a:solidFill>
                  <a:schemeClr val="dk2"/>
                </a:solidFill>
                <a:latin typeface="Times New Roman"/>
                <a:ea typeface="Times New Roman"/>
                <a:cs typeface="Times New Roman"/>
                <a:sym typeface="Times New Roman"/>
              </a:defRPr>
            </a:lvl9pPr>
          </a:lstStyle>
          <a:p/>
        </p:txBody>
      </p:sp>
      <p:sp>
        <p:nvSpPr>
          <p:cNvPr id="8" name="Google Shape;8;p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Times New Roman"/>
              <a:buNone/>
              <a:defRPr b="0" i="0" sz="1000" u="none" cap="none" strike="noStrike">
                <a:solidFill>
                  <a:schemeClr val="dk2"/>
                </a:solidFill>
                <a:latin typeface="Times New Roman"/>
                <a:ea typeface="Times New Roman"/>
                <a:cs typeface="Times New Roman"/>
                <a:sym typeface="Times New Roman"/>
              </a:defRPr>
            </a:lvl1pPr>
            <a:lvl2pPr indent="0" lvl="1" marL="0" marR="0" rtl="0" algn="r">
              <a:lnSpc>
                <a:spcPct val="100000"/>
              </a:lnSpc>
              <a:spcBef>
                <a:spcPts val="0"/>
              </a:spcBef>
              <a:spcAft>
                <a:spcPts val="0"/>
              </a:spcAft>
              <a:buClr>
                <a:srgbClr val="000000"/>
              </a:buClr>
              <a:buSzPts val="1000"/>
              <a:buFont typeface="Times New Roman"/>
              <a:buNone/>
              <a:defRPr b="0" i="0" sz="1000" u="none" cap="none" strike="noStrike">
                <a:solidFill>
                  <a:schemeClr val="dk2"/>
                </a:solidFill>
                <a:latin typeface="Times New Roman"/>
                <a:ea typeface="Times New Roman"/>
                <a:cs typeface="Times New Roman"/>
                <a:sym typeface="Times New Roman"/>
              </a:defRPr>
            </a:lvl2pPr>
            <a:lvl3pPr indent="0" lvl="2" marL="0" marR="0" rtl="0" algn="r">
              <a:lnSpc>
                <a:spcPct val="100000"/>
              </a:lnSpc>
              <a:spcBef>
                <a:spcPts val="0"/>
              </a:spcBef>
              <a:spcAft>
                <a:spcPts val="0"/>
              </a:spcAft>
              <a:buClr>
                <a:srgbClr val="000000"/>
              </a:buClr>
              <a:buSzPts val="1000"/>
              <a:buFont typeface="Times New Roman"/>
              <a:buNone/>
              <a:defRPr b="0" i="0" sz="1000" u="none" cap="none" strike="noStrike">
                <a:solidFill>
                  <a:schemeClr val="dk2"/>
                </a:solidFill>
                <a:latin typeface="Times New Roman"/>
                <a:ea typeface="Times New Roman"/>
                <a:cs typeface="Times New Roman"/>
                <a:sym typeface="Times New Roman"/>
              </a:defRPr>
            </a:lvl3pPr>
            <a:lvl4pPr indent="0" lvl="3" marL="0" marR="0" rtl="0" algn="r">
              <a:lnSpc>
                <a:spcPct val="100000"/>
              </a:lnSpc>
              <a:spcBef>
                <a:spcPts val="0"/>
              </a:spcBef>
              <a:spcAft>
                <a:spcPts val="0"/>
              </a:spcAft>
              <a:buClr>
                <a:srgbClr val="000000"/>
              </a:buClr>
              <a:buSzPts val="1000"/>
              <a:buFont typeface="Times New Roman"/>
              <a:buNone/>
              <a:defRPr b="0" i="0" sz="1000" u="none" cap="none" strike="noStrike">
                <a:solidFill>
                  <a:schemeClr val="dk2"/>
                </a:solidFill>
                <a:latin typeface="Times New Roman"/>
                <a:ea typeface="Times New Roman"/>
                <a:cs typeface="Times New Roman"/>
                <a:sym typeface="Times New Roman"/>
              </a:defRPr>
            </a:lvl4pPr>
            <a:lvl5pPr indent="0" lvl="4" marL="0" marR="0" rtl="0" algn="r">
              <a:lnSpc>
                <a:spcPct val="100000"/>
              </a:lnSpc>
              <a:spcBef>
                <a:spcPts val="0"/>
              </a:spcBef>
              <a:spcAft>
                <a:spcPts val="0"/>
              </a:spcAft>
              <a:buClr>
                <a:srgbClr val="000000"/>
              </a:buClr>
              <a:buSzPts val="1000"/>
              <a:buFont typeface="Times New Roman"/>
              <a:buNone/>
              <a:defRPr b="0" i="0" sz="1000" u="none" cap="none" strike="noStrike">
                <a:solidFill>
                  <a:schemeClr val="dk2"/>
                </a:solidFill>
                <a:latin typeface="Times New Roman"/>
                <a:ea typeface="Times New Roman"/>
                <a:cs typeface="Times New Roman"/>
                <a:sym typeface="Times New Roman"/>
              </a:defRPr>
            </a:lvl5pPr>
            <a:lvl6pPr indent="0" lvl="5" marL="0" marR="0" rtl="0" algn="r">
              <a:lnSpc>
                <a:spcPct val="100000"/>
              </a:lnSpc>
              <a:spcBef>
                <a:spcPts val="0"/>
              </a:spcBef>
              <a:spcAft>
                <a:spcPts val="0"/>
              </a:spcAft>
              <a:buClr>
                <a:srgbClr val="000000"/>
              </a:buClr>
              <a:buSzPts val="1000"/>
              <a:buFont typeface="Times New Roman"/>
              <a:buNone/>
              <a:defRPr b="0" i="0" sz="1000" u="none" cap="none" strike="noStrike">
                <a:solidFill>
                  <a:schemeClr val="dk2"/>
                </a:solidFill>
                <a:latin typeface="Times New Roman"/>
                <a:ea typeface="Times New Roman"/>
                <a:cs typeface="Times New Roman"/>
                <a:sym typeface="Times New Roman"/>
              </a:defRPr>
            </a:lvl6pPr>
            <a:lvl7pPr indent="0" lvl="6" marL="0" marR="0" rtl="0" algn="r">
              <a:lnSpc>
                <a:spcPct val="100000"/>
              </a:lnSpc>
              <a:spcBef>
                <a:spcPts val="0"/>
              </a:spcBef>
              <a:spcAft>
                <a:spcPts val="0"/>
              </a:spcAft>
              <a:buClr>
                <a:srgbClr val="000000"/>
              </a:buClr>
              <a:buSzPts val="1000"/>
              <a:buFont typeface="Times New Roman"/>
              <a:buNone/>
              <a:defRPr b="0" i="0" sz="1000" u="none" cap="none" strike="noStrike">
                <a:solidFill>
                  <a:schemeClr val="dk2"/>
                </a:solidFill>
                <a:latin typeface="Times New Roman"/>
                <a:ea typeface="Times New Roman"/>
                <a:cs typeface="Times New Roman"/>
                <a:sym typeface="Times New Roman"/>
              </a:defRPr>
            </a:lvl7pPr>
            <a:lvl8pPr indent="0" lvl="7" marL="0" marR="0" rtl="0" algn="r">
              <a:lnSpc>
                <a:spcPct val="100000"/>
              </a:lnSpc>
              <a:spcBef>
                <a:spcPts val="0"/>
              </a:spcBef>
              <a:spcAft>
                <a:spcPts val="0"/>
              </a:spcAft>
              <a:buClr>
                <a:srgbClr val="000000"/>
              </a:buClr>
              <a:buSzPts val="1000"/>
              <a:buFont typeface="Times New Roman"/>
              <a:buNone/>
              <a:defRPr b="0" i="0" sz="1000" u="none" cap="none" strike="noStrike">
                <a:solidFill>
                  <a:schemeClr val="dk2"/>
                </a:solidFill>
                <a:latin typeface="Times New Roman"/>
                <a:ea typeface="Times New Roman"/>
                <a:cs typeface="Times New Roman"/>
                <a:sym typeface="Times New Roman"/>
              </a:defRPr>
            </a:lvl8pPr>
            <a:lvl9pPr indent="0" lvl="8" marL="0" marR="0" rtl="0" algn="r">
              <a:lnSpc>
                <a:spcPct val="100000"/>
              </a:lnSpc>
              <a:spcBef>
                <a:spcPts val="0"/>
              </a:spcBef>
              <a:spcAft>
                <a:spcPts val="0"/>
              </a:spcAft>
              <a:buClr>
                <a:srgbClr val="000000"/>
              </a:buClr>
              <a:buSzPts val="1000"/>
              <a:buFont typeface="Times New Roman"/>
              <a:buNone/>
              <a:defRPr b="0" i="0" sz="1000" u="none" cap="none" strike="noStrike">
                <a:solidFill>
                  <a:schemeClr val="dk2"/>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Times New Roman"/>
        <a:defRPr b="0" i="0" spc="0" sz="1400" u="none" cap="none" strike="noStrike">
          <a:solidFill>
            <a:srgbClr val="000000"/>
          </a:solidFill>
          <a:latin typeface="Times New Roman"/>
          <a:ea typeface="Times New Roman"/>
          <a:cs typeface="Times New Roman"/>
          <a:sym typeface="Times New Roman"/>
        </a:defRPr>
      </a:lvl1pPr>
      <a:lvl2pPr lvl="1" marR="0" rtl="0" algn="l">
        <a:lnSpc>
          <a:spcPct val="100000"/>
        </a:lnSpc>
        <a:spcBef>
          <a:spcPts val="0"/>
        </a:spcBef>
        <a:spcAft>
          <a:spcPts val="0"/>
        </a:spcAft>
        <a:buClr>
          <a:srgbClr val="000000"/>
        </a:buClr>
        <a:buFont typeface="Times New Roman"/>
        <a:defRPr b="0" i="0" spc="0" sz="1400" u="none" cap="none" strike="noStrike">
          <a:solidFill>
            <a:srgbClr val="000000"/>
          </a:solidFill>
          <a:latin typeface="Times New Roman"/>
          <a:ea typeface="Times New Roman"/>
          <a:cs typeface="Times New Roman"/>
          <a:sym typeface="Times New Roman"/>
        </a:defRPr>
      </a:lvl2pPr>
      <a:lvl3pPr lvl="2" marR="0" rtl="0" algn="l">
        <a:lnSpc>
          <a:spcPct val="100000"/>
        </a:lnSpc>
        <a:spcBef>
          <a:spcPts val="0"/>
        </a:spcBef>
        <a:spcAft>
          <a:spcPts val="0"/>
        </a:spcAft>
        <a:buClr>
          <a:srgbClr val="000000"/>
        </a:buClr>
        <a:buFont typeface="Times New Roman"/>
        <a:defRPr b="0" i="0" spc="0" sz="1400" u="none" cap="none" strike="noStrike">
          <a:solidFill>
            <a:srgbClr val="000000"/>
          </a:solidFill>
          <a:latin typeface="Times New Roman"/>
          <a:ea typeface="Times New Roman"/>
          <a:cs typeface="Times New Roman"/>
          <a:sym typeface="Times New Roman"/>
        </a:defRPr>
      </a:lvl3pPr>
      <a:lvl4pPr lvl="3" marR="0" rtl="0" algn="l">
        <a:lnSpc>
          <a:spcPct val="100000"/>
        </a:lnSpc>
        <a:spcBef>
          <a:spcPts val="0"/>
        </a:spcBef>
        <a:spcAft>
          <a:spcPts val="0"/>
        </a:spcAft>
        <a:buClr>
          <a:srgbClr val="000000"/>
        </a:buClr>
        <a:buFont typeface="Times New Roman"/>
        <a:defRPr b="0" i="0" spc="0" sz="1400" u="none" cap="none" strike="noStrike">
          <a:solidFill>
            <a:srgbClr val="000000"/>
          </a:solidFill>
          <a:latin typeface="Times New Roman"/>
          <a:ea typeface="Times New Roman"/>
          <a:cs typeface="Times New Roman"/>
          <a:sym typeface="Times New Roman"/>
        </a:defRPr>
      </a:lvl4pPr>
      <a:lvl5pPr lvl="4" marR="0" rtl="0" algn="l">
        <a:lnSpc>
          <a:spcPct val="100000"/>
        </a:lnSpc>
        <a:spcBef>
          <a:spcPts val="0"/>
        </a:spcBef>
        <a:spcAft>
          <a:spcPts val="0"/>
        </a:spcAft>
        <a:buClr>
          <a:srgbClr val="000000"/>
        </a:buClr>
        <a:buFont typeface="Times New Roman"/>
        <a:defRPr b="0" i="0" spc="0" sz="1400" u="none" cap="none" strike="noStrike">
          <a:solidFill>
            <a:srgbClr val="000000"/>
          </a:solidFill>
          <a:latin typeface="Times New Roman"/>
          <a:ea typeface="Times New Roman"/>
          <a:cs typeface="Times New Roman"/>
          <a:sym typeface="Times New Roman"/>
        </a:defRPr>
      </a:lvl5pPr>
      <a:lvl6pPr lvl="5" marR="0" rtl="0" algn="l">
        <a:lnSpc>
          <a:spcPct val="100000"/>
        </a:lnSpc>
        <a:spcBef>
          <a:spcPts val="0"/>
        </a:spcBef>
        <a:spcAft>
          <a:spcPts val="0"/>
        </a:spcAft>
        <a:buClr>
          <a:srgbClr val="000000"/>
        </a:buClr>
        <a:buFont typeface="Times New Roman"/>
        <a:defRPr b="0" i="0" spc="0" sz="1400" u="none" cap="none" strike="noStrike">
          <a:solidFill>
            <a:srgbClr val="000000"/>
          </a:solidFill>
          <a:latin typeface="Times New Roman"/>
          <a:ea typeface="Times New Roman"/>
          <a:cs typeface="Times New Roman"/>
          <a:sym typeface="Times New Roman"/>
        </a:defRPr>
      </a:lvl6pPr>
      <a:lvl7pPr lvl="6" marR="0" rtl="0" algn="l">
        <a:lnSpc>
          <a:spcPct val="100000"/>
        </a:lnSpc>
        <a:spcBef>
          <a:spcPts val="0"/>
        </a:spcBef>
        <a:spcAft>
          <a:spcPts val="0"/>
        </a:spcAft>
        <a:buClr>
          <a:srgbClr val="000000"/>
        </a:buClr>
        <a:buFont typeface="Times New Roman"/>
        <a:defRPr b="0" i="0" spc="0" sz="1400" u="none" cap="none" strike="noStrike">
          <a:solidFill>
            <a:srgbClr val="000000"/>
          </a:solidFill>
          <a:latin typeface="Times New Roman"/>
          <a:ea typeface="Times New Roman"/>
          <a:cs typeface="Times New Roman"/>
          <a:sym typeface="Times New Roman"/>
        </a:defRPr>
      </a:lvl7pPr>
      <a:lvl8pPr lvl="7" marR="0" rtl="0" algn="l">
        <a:lnSpc>
          <a:spcPct val="100000"/>
        </a:lnSpc>
        <a:spcBef>
          <a:spcPts val="0"/>
        </a:spcBef>
        <a:spcAft>
          <a:spcPts val="0"/>
        </a:spcAft>
        <a:buClr>
          <a:srgbClr val="000000"/>
        </a:buClr>
        <a:buFont typeface="Times New Roman"/>
        <a:defRPr b="0" i="0" spc="0" sz="1400" u="none" cap="none" strike="noStrike">
          <a:solidFill>
            <a:srgbClr val="000000"/>
          </a:solidFill>
          <a:latin typeface="Times New Roman"/>
          <a:ea typeface="Times New Roman"/>
          <a:cs typeface="Times New Roman"/>
          <a:sym typeface="Times New Roman"/>
        </a:defRPr>
      </a:lvl8pPr>
      <a:lvl9pPr lvl="8" marR="0" rtl="0" algn="l">
        <a:lnSpc>
          <a:spcPct val="100000"/>
        </a:lnSpc>
        <a:spcBef>
          <a:spcPts val="0"/>
        </a:spcBef>
        <a:spcAft>
          <a:spcPts val="0"/>
        </a:spcAft>
        <a:buClr>
          <a:srgbClr val="000000"/>
        </a:buClr>
        <a:buFont typeface="Times New Roman"/>
        <a:defRPr b="0" i="0" spc="0" sz="1400" u="none" cap="none" strike="noStrike">
          <a:solidFill>
            <a:srgbClr val="000000"/>
          </a:solidFill>
          <a:latin typeface="Times New Roman"/>
          <a:ea typeface="Times New Roman"/>
          <a:cs typeface="Times New Roman"/>
          <a:sym typeface="Times New Roman"/>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Times New Roman"/>
        <a:defRPr b="0" i="0" spc="0" sz="1400" u="none" cap="none" strike="noStrike">
          <a:solidFill>
            <a:srgbClr val="000000"/>
          </a:solidFill>
          <a:latin typeface="Times New Roman"/>
          <a:ea typeface="Times New Roman"/>
          <a:cs typeface="Times New Roman"/>
          <a:sym typeface="Times New Roman"/>
        </a:defRPr>
      </a:lvl1pPr>
      <a:lvl2pPr lvl="1" marR="0" rtl="0" algn="l">
        <a:lnSpc>
          <a:spcPct val="100000"/>
        </a:lnSpc>
        <a:spcBef>
          <a:spcPts val="0"/>
        </a:spcBef>
        <a:spcAft>
          <a:spcPts val="0"/>
        </a:spcAft>
        <a:buClr>
          <a:srgbClr val="000000"/>
        </a:buClr>
        <a:buFont typeface="Times New Roman"/>
        <a:defRPr b="0" i="0" spc="0" sz="1400" u="none" cap="none" strike="noStrike">
          <a:solidFill>
            <a:srgbClr val="000000"/>
          </a:solidFill>
          <a:latin typeface="Times New Roman"/>
          <a:ea typeface="Times New Roman"/>
          <a:cs typeface="Times New Roman"/>
          <a:sym typeface="Times New Roman"/>
        </a:defRPr>
      </a:lvl2pPr>
      <a:lvl3pPr lvl="2" marR="0" rtl="0" algn="l">
        <a:lnSpc>
          <a:spcPct val="100000"/>
        </a:lnSpc>
        <a:spcBef>
          <a:spcPts val="0"/>
        </a:spcBef>
        <a:spcAft>
          <a:spcPts val="0"/>
        </a:spcAft>
        <a:buClr>
          <a:srgbClr val="000000"/>
        </a:buClr>
        <a:buFont typeface="Times New Roman"/>
        <a:defRPr b="0" i="0" spc="0" sz="1400" u="none" cap="none" strike="noStrike">
          <a:solidFill>
            <a:srgbClr val="000000"/>
          </a:solidFill>
          <a:latin typeface="Times New Roman"/>
          <a:ea typeface="Times New Roman"/>
          <a:cs typeface="Times New Roman"/>
          <a:sym typeface="Times New Roman"/>
        </a:defRPr>
      </a:lvl3pPr>
      <a:lvl4pPr lvl="3" marR="0" rtl="0" algn="l">
        <a:lnSpc>
          <a:spcPct val="100000"/>
        </a:lnSpc>
        <a:spcBef>
          <a:spcPts val="0"/>
        </a:spcBef>
        <a:spcAft>
          <a:spcPts val="0"/>
        </a:spcAft>
        <a:buClr>
          <a:srgbClr val="000000"/>
        </a:buClr>
        <a:buFont typeface="Times New Roman"/>
        <a:defRPr b="0" i="0" spc="0" sz="1400" u="none" cap="none" strike="noStrike">
          <a:solidFill>
            <a:srgbClr val="000000"/>
          </a:solidFill>
          <a:latin typeface="Times New Roman"/>
          <a:ea typeface="Times New Roman"/>
          <a:cs typeface="Times New Roman"/>
          <a:sym typeface="Times New Roman"/>
        </a:defRPr>
      </a:lvl4pPr>
      <a:lvl5pPr lvl="4" marR="0" rtl="0" algn="l">
        <a:lnSpc>
          <a:spcPct val="100000"/>
        </a:lnSpc>
        <a:spcBef>
          <a:spcPts val="0"/>
        </a:spcBef>
        <a:spcAft>
          <a:spcPts val="0"/>
        </a:spcAft>
        <a:buClr>
          <a:srgbClr val="000000"/>
        </a:buClr>
        <a:buFont typeface="Times New Roman"/>
        <a:defRPr b="0" i="0" spc="0" sz="1400" u="none" cap="none" strike="noStrike">
          <a:solidFill>
            <a:srgbClr val="000000"/>
          </a:solidFill>
          <a:latin typeface="Times New Roman"/>
          <a:ea typeface="Times New Roman"/>
          <a:cs typeface="Times New Roman"/>
          <a:sym typeface="Times New Roman"/>
        </a:defRPr>
      </a:lvl5pPr>
      <a:lvl6pPr lvl="5" marR="0" rtl="0" algn="l">
        <a:lnSpc>
          <a:spcPct val="100000"/>
        </a:lnSpc>
        <a:spcBef>
          <a:spcPts val="0"/>
        </a:spcBef>
        <a:spcAft>
          <a:spcPts val="0"/>
        </a:spcAft>
        <a:buClr>
          <a:srgbClr val="000000"/>
        </a:buClr>
        <a:buFont typeface="Times New Roman"/>
        <a:defRPr b="0" i="0" spc="0" sz="1400" u="none" cap="none" strike="noStrike">
          <a:solidFill>
            <a:srgbClr val="000000"/>
          </a:solidFill>
          <a:latin typeface="Times New Roman"/>
          <a:ea typeface="Times New Roman"/>
          <a:cs typeface="Times New Roman"/>
          <a:sym typeface="Times New Roman"/>
        </a:defRPr>
      </a:lvl6pPr>
      <a:lvl7pPr lvl="6" marR="0" rtl="0" algn="l">
        <a:lnSpc>
          <a:spcPct val="100000"/>
        </a:lnSpc>
        <a:spcBef>
          <a:spcPts val="0"/>
        </a:spcBef>
        <a:spcAft>
          <a:spcPts val="0"/>
        </a:spcAft>
        <a:buClr>
          <a:srgbClr val="000000"/>
        </a:buClr>
        <a:buFont typeface="Times New Roman"/>
        <a:defRPr b="0" i="0" spc="0" sz="1400" u="none" cap="none" strike="noStrike">
          <a:solidFill>
            <a:srgbClr val="000000"/>
          </a:solidFill>
          <a:latin typeface="Times New Roman"/>
          <a:ea typeface="Times New Roman"/>
          <a:cs typeface="Times New Roman"/>
          <a:sym typeface="Times New Roman"/>
        </a:defRPr>
      </a:lvl7pPr>
      <a:lvl8pPr lvl="7" marR="0" rtl="0" algn="l">
        <a:lnSpc>
          <a:spcPct val="100000"/>
        </a:lnSpc>
        <a:spcBef>
          <a:spcPts val="0"/>
        </a:spcBef>
        <a:spcAft>
          <a:spcPts val="0"/>
        </a:spcAft>
        <a:buClr>
          <a:srgbClr val="000000"/>
        </a:buClr>
        <a:buFont typeface="Times New Roman"/>
        <a:defRPr b="0" i="0" spc="0" sz="1400" u="none" cap="none" strike="noStrike">
          <a:solidFill>
            <a:srgbClr val="000000"/>
          </a:solidFill>
          <a:latin typeface="Times New Roman"/>
          <a:ea typeface="Times New Roman"/>
          <a:cs typeface="Times New Roman"/>
          <a:sym typeface="Times New Roman"/>
        </a:defRPr>
      </a:lvl8pPr>
      <a:lvl9pPr lvl="8" marR="0" rtl="0" algn="l">
        <a:lnSpc>
          <a:spcPct val="100000"/>
        </a:lnSpc>
        <a:spcBef>
          <a:spcPts val="0"/>
        </a:spcBef>
        <a:spcAft>
          <a:spcPts val="0"/>
        </a:spcAft>
        <a:buClr>
          <a:srgbClr val="000000"/>
        </a:buClr>
        <a:buFont typeface="Times New Roman"/>
        <a:defRPr b="0" i="0" spc="0" sz="1400" u="none" cap="none" strike="noStrike">
          <a:solidFill>
            <a:srgbClr val="000000"/>
          </a:solidFill>
          <a:latin typeface="Times New Roman"/>
          <a:ea typeface="Times New Roman"/>
          <a:cs typeface="Times New Roman"/>
          <a:sym typeface="Times New Roman"/>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Times New Roman"/>
        <a:defRPr b="0" i="0" spc="0" sz="1400" u="none" cap="none" strike="noStrike">
          <a:solidFill>
            <a:srgbClr val="000000"/>
          </a:solidFill>
          <a:latin typeface="Times New Roman"/>
          <a:ea typeface="Times New Roman"/>
          <a:cs typeface="Times New Roman"/>
          <a:sym typeface="Times New Roman"/>
        </a:defRPr>
      </a:lvl1pPr>
      <a:lvl2pPr lvl="1" marR="0" rtl="0" algn="l">
        <a:lnSpc>
          <a:spcPct val="100000"/>
        </a:lnSpc>
        <a:spcBef>
          <a:spcPts val="0"/>
        </a:spcBef>
        <a:spcAft>
          <a:spcPts val="0"/>
        </a:spcAft>
        <a:buClr>
          <a:srgbClr val="000000"/>
        </a:buClr>
        <a:buFont typeface="Times New Roman"/>
        <a:defRPr b="0" i="0" spc="0" sz="1400" u="none" cap="none" strike="noStrike">
          <a:solidFill>
            <a:srgbClr val="000000"/>
          </a:solidFill>
          <a:latin typeface="Times New Roman"/>
          <a:ea typeface="Times New Roman"/>
          <a:cs typeface="Times New Roman"/>
          <a:sym typeface="Times New Roman"/>
        </a:defRPr>
      </a:lvl2pPr>
      <a:lvl3pPr lvl="2" marR="0" rtl="0" algn="l">
        <a:lnSpc>
          <a:spcPct val="100000"/>
        </a:lnSpc>
        <a:spcBef>
          <a:spcPts val="0"/>
        </a:spcBef>
        <a:spcAft>
          <a:spcPts val="0"/>
        </a:spcAft>
        <a:buClr>
          <a:srgbClr val="000000"/>
        </a:buClr>
        <a:buFont typeface="Times New Roman"/>
        <a:defRPr b="0" i="0" spc="0" sz="1400" u="none" cap="none" strike="noStrike">
          <a:solidFill>
            <a:srgbClr val="000000"/>
          </a:solidFill>
          <a:latin typeface="Times New Roman"/>
          <a:ea typeface="Times New Roman"/>
          <a:cs typeface="Times New Roman"/>
          <a:sym typeface="Times New Roman"/>
        </a:defRPr>
      </a:lvl3pPr>
      <a:lvl4pPr lvl="3" marR="0" rtl="0" algn="l">
        <a:lnSpc>
          <a:spcPct val="100000"/>
        </a:lnSpc>
        <a:spcBef>
          <a:spcPts val="0"/>
        </a:spcBef>
        <a:spcAft>
          <a:spcPts val="0"/>
        </a:spcAft>
        <a:buClr>
          <a:srgbClr val="000000"/>
        </a:buClr>
        <a:buFont typeface="Times New Roman"/>
        <a:defRPr b="0" i="0" spc="0" sz="1400" u="none" cap="none" strike="noStrike">
          <a:solidFill>
            <a:srgbClr val="000000"/>
          </a:solidFill>
          <a:latin typeface="Times New Roman"/>
          <a:ea typeface="Times New Roman"/>
          <a:cs typeface="Times New Roman"/>
          <a:sym typeface="Times New Roman"/>
        </a:defRPr>
      </a:lvl4pPr>
      <a:lvl5pPr lvl="4" marR="0" rtl="0" algn="l">
        <a:lnSpc>
          <a:spcPct val="100000"/>
        </a:lnSpc>
        <a:spcBef>
          <a:spcPts val="0"/>
        </a:spcBef>
        <a:spcAft>
          <a:spcPts val="0"/>
        </a:spcAft>
        <a:buClr>
          <a:srgbClr val="000000"/>
        </a:buClr>
        <a:buFont typeface="Times New Roman"/>
        <a:defRPr b="0" i="0" spc="0" sz="1400" u="none" cap="none" strike="noStrike">
          <a:solidFill>
            <a:srgbClr val="000000"/>
          </a:solidFill>
          <a:latin typeface="Times New Roman"/>
          <a:ea typeface="Times New Roman"/>
          <a:cs typeface="Times New Roman"/>
          <a:sym typeface="Times New Roman"/>
        </a:defRPr>
      </a:lvl5pPr>
      <a:lvl6pPr lvl="5" marR="0" rtl="0" algn="l">
        <a:lnSpc>
          <a:spcPct val="100000"/>
        </a:lnSpc>
        <a:spcBef>
          <a:spcPts val="0"/>
        </a:spcBef>
        <a:spcAft>
          <a:spcPts val="0"/>
        </a:spcAft>
        <a:buClr>
          <a:srgbClr val="000000"/>
        </a:buClr>
        <a:buFont typeface="Times New Roman"/>
        <a:defRPr b="0" i="0" spc="0" sz="1400" u="none" cap="none" strike="noStrike">
          <a:solidFill>
            <a:srgbClr val="000000"/>
          </a:solidFill>
          <a:latin typeface="Times New Roman"/>
          <a:ea typeface="Times New Roman"/>
          <a:cs typeface="Times New Roman"/>
          <a:sym typeface="Times New Roman"/>
        </a:defRPr>
      </a:lvl6pPr>
      <a:lvl7pPr lvl="6" marR="0" rtl="0" algn="l">
        <a:lnSpc>
          <a:spcPct val="100000"/>
        </a:lnSpc>
        <a:spcBef>
          <a:spcPts val="0"/>
        </a:spcBef>
        <a:spcAft>
          <a:spcPts val="0"/>
        </a:spcAft>
        <a:buClr>
          <a:srgbClr val="000000"/>
        </a:buClr>
        <a:buFont typeface="Times New Roman"/>
        <a:defRPr b="0" i="0" spc="0" sz="1400" u="none" cap="none" strike="noStrike">
          <a:solidFill>
            <a:srgbClr val="000000"/>
          </a:solidFill>
          <a:latin typeface="Times New Roman"/>
          <a:ea typeface="Times New Roman"/>
          <a:cs typeface="Times New Roman"/>
          <a:sym typeface="Times New Roman"/>
        </a:defRPr>
      </a:lvl7pPr>
      <a:lvl8pPr lvl="7" marR="0" rtl="0" algn="l">
        <a:lnSpc>
          <a:spcPct val="100000"/>
        </a:lnSpc>
        <a:spcBef>
          <a:spcPts val="0"/>
        </a:spcBef>
        <a:spcAft>
          <a:spcPts val="0"/>
        </a:spcAft>
        <a:buClr>
          <a:srgbClr val="000000"/>
        </a:buClr>
        <a:buFont typeface="Times New Roman"/>
        <a:defRPr b="0" i="0" spc="0" sz="1400" u="none" cap="none" strike="noStrike">
          <a:solidFill>
            <a:srgbClr val="000000"/>
          </a:solidFill>
          <a:latin typeface="Times New Roman"/>
          <a:ea typeface="Times New Roman"/>
          <a:cs typeface="Times New Roman"/>
          <a:sym typeface="Times New Roman"/>
        </a:defRPr>
      </a:lvl8pPr>
      <a:lvl9pPr lvl="8" marR="0" rtl="0" algn="l">
        <a:lnSpc>
          <a:spcPct val="100000"/>
        </a:lnSpc>
        <a:spcBef>
          <a:spcPts val="0"/>
        </a:spcBef>
        <a:spcAft>
          <a:spcPts val="0"/>
        </a:spcAft>
        <a:buClr>
          <a:srgbClr val="000000"/>
        </a:buClr>
        <a:buFont typeface="Times New Roman"/>
        <a:defRPr b="0" i="0" spc="0" sz="1400" u="none" cap="none" strike="noStrike">
          <a:solidFill>
            <a:srgbClr val="000000"/>
          </a:solidFill>
          <a:latin typeface="Times New Roman"/>
          <a:ea typeface="Times New Roman"/>
          <a:cs typeface="Times New Roman"/>
          <a:sym typeface="Times New Roman"/>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jpg"/><Relationship Id="rId3" Type="http://schemas.openxmlformats.org/officeDocument/2006/relationships/image" Target="../media/image3.jpg"/><Relationship Id="rId4"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
          <p:cNvSpPr txBox="1"/>
          <p:nvPr>
            <p:ph type="ctrTitle"/>
          </p:nvPr>
        </p:nvSpPr>
        <p:spPr>
          <a:xfrm>
            <a:off x="457200" y="1143000"/>
            <a:ext cx="4937760" cy="146304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5200"/>
              <a:buNone/>
            </a:pPr>
            <a:r>
              <a:rPr lang="en" sz="2800" b="1">
                <a:solidFill>
                  <a:srgbClr val="000000"/>
                </a:solidFill>
                <a:latin typeface="Times New Roman"/>
              </a:rPr>
              <a:t>Parallel Simulation of Microplastic Dispersion Using Ocean Current Data</a:t>
            </a:r>
            <a:endParaRPr/>
          </a:p>
        </p:txBody>
      </p:sp>
      <p:sp>
        <p:nvSpPr>
          <p:cNvPr id="55" name="Google Shape;55;p1"/>
          <p:cNvSpPr txBox="1"/>
          <p:nvPr>
            <p:ph idx="1" type="subTitle"/>
          </p:nvPr>
        </p:nvSpPr>
        <p:spPr>
          <a:xfrm>
            <a:off x="457200" y="2697480"/>
            <a:ext cx="4937760" cy="1828800"/>
          </a:xfrm>
          <a:prstGeom prst="rect">
            <a:avLst/>
          </a:prstGeom>
          <a:noFill/>
          <a:ln>
            <a:noFill/>
          </a:ln>
        </p:spPr>
        <p:txBody>
          <a:bodyPr anchorCtr="0" anchor="t" bIns="36576" spcFirstLastPara="1" wrap="square" tIns="36576">
            <a:normAutofit/>
          </a:bodyPr>
          <a:lstStyle/>
          <a:p>
            <a:pPr indent="0" lvl="0" marL="0" rtl="0" algn="l">
              <a:lnSpc>
                <a:spcPct val="100000"/>
              </a:lnSpc>
              <a:spcBef>
                <a:spcPts val="0"/>
              </a:spcBef>
              <a:spcAft>
                <a:spcPts val="200"/>
              </a:spcAft>
              <a:buSzPts val="2800"/>
              <a:buNone/>
              <a:buNone/>
            </a:pPr>
            <a:r>
              <a:t/>
            </a:r>
            <a:r>
              <a:rPr sz="1400" b="0" i="1">
                <a:solidFill>
                  <a:srgbClr val="000000"/>
                </a:solidFill>
                <a:latin typeface="Times New Roman"/>
              </a:rPr>
              <a:t>OpenMP-parallel Lagrangian particle advection, evaluated against a matched serial baseline</a:t>
            </a:r>
            <a:endParaRPr/>
          </a:p>
          <a:p>
            <a:pPr algn="l" marL="0" indent="0">
              <a:spcAft>
                <a:spcPts val="200"/>
              </a:spcAft>
              <a:buNone/>
            </a:pPr>
            <a:r>
              <a:rPr sz="600" b="0" i="0">
                <a:solidFill>
                  <a:srgbClr val="000000"/>
                </a:solidFill>
                <a:latin typeface="Times New Roman"/>
              </a:rPr>
              <a:t/>
            </a:r>
          </a:p>
          <a:p>
            <a:pPr algn="l" marL="0" indent="0">
              <a:spcAft>
                <a:spcPts val="200"/>
              </a:spcAft>
              <a:buNone/>
            </a:pPr>
            <a:r>
              <a:rPr sz="1200" b="0" i="0">
                <a:solidFill>
                  <a:srgbClr val="000000"/>
                </a:solidFill>
                <a:latin typeface="Times New Roman"/>
              </a:rPr>
              <a:t>Patil Rigved Ramesh (241IT052), Batti Akbarali Abbasali (241IT014),</a:t>
            </a:r>
          </a:p>
          <a:p>
            <a:pPr algn="l" marL="0" indent="0">
              <a:spcAft>
                <a:spcPts val="200"/>
              </a:spcAft>
              <a:buNone/>
            </a:pPr>
            <a:r>
              <a:rPr sz="1200" b="0" i="0">
                <a:solidFill>
                  <a:srgbClr val="000000"/>
                </a:solidFill>
                <a:latin typeface="Times New Roman"/>
              </a:rPr>
              <a:t>Dhruv Agrawal (241IT026), Salim Moh (241IT068)</a:t>
            </a:r>
          </a:p>
          <a:p>
            <a:pPr algn="l" marL="0" indent="0">
              <a:spcAft>
                <a:spcPts val="200"/>
              </a:spcAft>
              <a:buNone/>
            </a:pPr>
            <a:r>
              <a:rPr sz="600" b="0" i="0">
                <a:solidFill>
                  <a:srgbClr val="000000"/>
                </a:solidFill>
                <a:latin typeface="Times New Roman"/>
              </a:rPr>
              <a:t/>
            </a:r>
          </a:p>
          <a:p>
            <a:pPr algn="l" marL="0" indent="0">
              <a:spcAft>
                <a:spcPts val="200"/>
              </a:spcAft>
              <a:buNone/>
            </a:pPr>
            <a:r>
              <a:rPr sz="1100" b="0" i="0">
                <a:solidFill>
                  <a:srgbClr val="444444"/>
                </a:solidFill>
                <a:latin typeface="Times New Roman"/>
              </a:rPr>
              <a:t>Department of Information Technology</a:t>
            </a:r>
          </a:p>
          <a:p>
            <a:pPr algn="l" marL="0" indent="0">
              <a:spcAft>
                <a:spcPts val="200"/>
              </a:spcAft>
              <a:buNone/>
            </a:pPr>
            <a:r>
              <a:rPr sz="1100" b="0" i="0">
                <a:solidFill>
                  <a:srgbClr val="444444"/>
                </a:solidFill>
                <a:latin typeface="Times New Roman"/>
              </a:rPr>
              <a:t>National Institute of Technology Karnataka, Surathkal</a:t>
            </a:r>
          </a:p>
        </p:txBody>
      </p:sp>
      <p:sp>
        <p:nvSpPr>
          <p:cNvPr id="56" name="TextBox 55"/>
          <p:cNvSpPr txBox="1"/>
          <p:nvPr/>
        </p:nvSpPr>
        <p:spPr>
          <a:xfrm>
            <a:off x="457200" y="777240"/>
            <a:ext cx="4572000" cy="292608"/>
          </a:xfrm>
          <a:prstGeom prst="rect">
            <a:avLst/>
          </a:prstGeom>
          <a:noFill/>
        </p:spPr>
        <p:txBody>
          <a:bodyPr wrap="square" tIns="36576" bIns="36576" anchor="t">
            <a:spAutoFit/>
          </a:bodyPr>
          <a:lstStyle/>
          <a:p>
            <a:pPr algn="l" marL="0" indent="0">
              <a:spcAft>
                <a:spcPts val="0"/>
              </a:spcAft>
              <a:buNone/>
            </a:pPr>
            <a:r>
              <a:rPr sz="1400" b="1" i="0">
                <a:solidFill>
                  <a:srgbClr val="1F3864"/>
                </a:solidFill>
                <a:latin typeface="Times New Roman"/>
              </a:rPr>
              <a:t>Methodology Presentation</a:t>
            </a:r>
          </a:p>
        </p:txBody>
      </p:sp>
      <p:sp>
        <p:nvSpPr>
          <p:cNvPr id="57" name="Rectangle 56"/>
          <p:cNvSpPr/>
          <p:nvPr/>
        </p:nvSpPr>
        <p:spPr>
          <a:xfrm>
            <a:off x="5715000" y="960120"/>
            <a:ext cx="2926080" cy="2834640"/>
          </a:xfrm>
          <a:prstGeom prst="rect">
            <a:avLst/>
          </a:prstGeom>
          <a:solidFill>
            <a:srgbClr val="FFFFFF"/>
          </a:solidFill>
          <a:ln w="9525">
            <a:solidFill>
              <a:srgbClr val="7F7F7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8" name="Oval 57"/>
          <p:cNvSpPr/>
          <p:nvPr/>
        </p:nvSpPr>
        <p:spPr>
          <a:xfrm>
            <a:off x="5864961" y="1280160"/>
            <a:ext cx="1280160" cy="2194560"/>
          </a:xfrm>
          <a:prstGeom prst="ellipse">
            <a:avLst/>
          </a:prstGeom>
          <a:noFill/>
          <a:ln w="12700">
            <a:solidFill>
              <a:srgbClr val="1F386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9" name="Oval 58"/>
          <p:cNvSpPr/>
          <p:nvPr/>
        </p:nvSpPr>
        <p:spPr>
          <a:xfrm>
            <a:off x="6177493" y="3317602"/>
            <a:ext cx="82296" cy="82296"/>
          </a:xfrm>
          <a:prstGeom prst="ellipse">
            <a:avLst/>
          </a:prstGeom>
          <a:solidFill>
            <a:srgbClr val="C0000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0" name="Oval 59"/>
          <p:cNvSpPr/>
          <p:nvPr/>
        </p:nvSpPr>
        <p:spPr>
          <a:xfrm>
            <a:off x="6837354" y="3227438"/>
            <a:ext cx="82296" cy="82296"/>
          </a:xfrm>
          <a:prstGeom prst="ellipse">
            <a:avLst/>
          </a:prstGeom>
          <a:solidFill>
            <a:srgbClr val="C0000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1" name="Oval 60"/>
          <p:cNvSpPr/>
          <p:nvPr/>
        </p:nvSpPr>
        <p:spPr>
          <a:xfrm>
            <a:off x="6090710" y="1444802"/>
            <a:ext cx="82296" cy="82296"/>
          </a:xfrm>
          <a:prstGeom prst="ellipse">
            <a:avLst/>
          </a:prstGeom>
          <a:solidFill>
            <a:srgbClr val="C0000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2" name="Oval 61"/>
          <p:cNvSpPr/>
          <p:nvPr/>
        </p:nvSpPr>
        <p:spPr>
          <a:xfrm>
            <a:off x="7038815" y="2818633"/>
            <a:ext cx="82296" cy="82296"/>
          </a:xfrm>
          <a:prstGeom prst="ellipse">
            <a:avLst/>
          </a:prstGeom>
          <a:solidFill>
            <a:srgbClr val="C0000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3" name="Oval 62"/>
          <p:cNvSpPr/>
          <p:nvPr/>
        </p:nvSpPr>
        <p:spPr>
          <a:xfrm>
            <a:off x="5840012" y="2090997"/>
            <a:ext cx="82296" cy="82296"/>
          </a:xfrm>
          <a:prstGeom prst="ellipse">
            <a:avLst/>
          </a:prstGeom>
          <a:solidFill>
            <a:srgbClr val="C0000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4" name="Oval 63"/>
          <p:cNvSpPr/>
          <p:nvPr/>
        </p:nvSpPr>
        <p:spPr>
          <a:xfrm>
            <a:off x="6066129" y="1591056"/>
            <a:ext cx="877824" cy="1572768"/>
          </a:xfrm>
          <a:prstGeom prst="ellipse">
            <a:avLst/>
          </a:prstGeom>
          <a:noFill/>
          <a:ln w="12700">
            <a:solidFill>
              <a:srgbClr val="1F386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5" name="Oval 64"/>
          <p:cNvSpPr/>
          <p:nvPr/>
        </p:nvSpPr>
        <p:spPr>
          <a:xfrm>
            <a:off x="6172213" y="2923910"/>
            <a:ext cx="82296" cy="82296"/>
          </a:xfrm>
          <a:prstGeom prst="ellipse">
            <a:avLst/>
          </a:prstGeom>
          <a:solidFill>
            <a:srgbClr val="C0000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6" name="Oval 65"/>
          <p:cNvSpPr/>
          <p:nvPr/>
        </p:nvSpPr>
        <p:spPr>
          <a:xfrm>
            <a:off x="6873982" y="2616563"/>
            <a:ext cx="82296" cy="82296"/>
          </a:xfrm>
          <a:prstGeom prst="ellipse">
            <a:avLst/>
          </a:prstGeom>
          <a:solidFill>
            <a:srgbClr val="C0000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7" name="Oval 66"/>
          <p:cNvSpPr/>
          <p:nvPr/>
        </p:nvSpPr>
        <p:spPr>
          <a:xfrm>
            <a:off x="6025460" y="2299565"/>
            <a:ext cx="82296" cy="82296"/>
          </a:xfrm>
          <a:prstGeom prst="ellipse">
            <a:avLst/>
          </a:prstGeom>
          <a:solidFill>
            <a:srgbClr val="C0000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8" name="Oval 67"/>
          <p:cNvSpPr/>
          <p:nvPr/>
        </p:nvSpPr>
        <p:spPr>
          <a:xfrm>
            <a:off x="6890681" y="2519848"/>
            <a:ext cx="82296" cy="82296"/>
          </a:xfrm>
          <a:prstGeom prst="ellipse">
            <a:avLst/>
          </a:prstGeom>
          <a:solidFill>
            <a:srgbClr val="C0000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9" name="Oval 68"/>
          <p:cNvSpPr/>
          <p:nvPr/>
        </p:nvSpPr>
        <p:spPr>
          <a:xfrm>
            <a:off x="6267297" y="1938528"/>
            <a:ext cx="475488" cy="877824"/>
          </a:xfrm>
          <a:prstGeom prst="ellipse">
            <a:avLst/>
          </a:prstGeom>
          <a:noFill/>
          <a:ln w="12700">
            <a:solidFill>
              <a:srgbClr val="1F386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0" name="Oval 69"/>
          <p:cNvSpPr/>
          <p:nvPr/>
        </p:nvSpPr>
        <p:spPr>
          <a:xfrm>
            <a:off x="6246514" y="2514026"/>
            <a:ext cx="82296" cy="82296"/>
          </a:xfrm>
          <a:prstGeom prst="ellipse">
            <a:avLst/>
          </a:prstGeom>
          <a:solidFill>
            <a:srgbClr val="C0000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1" name="Oval 70"/>
          <p:cNvSpPr/>
          <p:nvPr/>
        </p:nvSpPr>
        <p:spPr>
          <a:xfrm>
            <a:off x="6679102" y="2522810"/>
            <a:ext cx="82296" cy="82296"/>
          </a:xfrm>
          <a:prstGeom prst="ellipse">
            <a:avLst/>
          </a:prstGeom>
          <a:solidFill>
            <a:srgbClr val="C0000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2" name="Oval 71"/>
          <p:cNvSpPr/>
          <p:nvPr/>
        </p:nvSpPr>
        <p:spPr>
          <a:xfrm>
            <a:off x="7210958" y="1280160"/>
            <a:ext cx="1280160" cy="2194560"/>
          </a:xfrm>
          <a:prstGeom prst="ellipse">
            <a:avLst/>
          </a:prstGeom>
          <a:noFill/>
          <a:ln w="12700">
            <a:solidFill>
              <a:srgbClr val="1F386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3" name="Oval 72"/>
          <p:cNvSpPr/>
          <p:nvPr/>
        </p:nvSpPr>
        <p:spPr>
          <a:xfrm>
            <a:off x="8348785" y="2928388"/>
            <a:ext cx="82296" cy="82296"/>
          </a:xfrm>
          <a:prstGeom prst="ellipse">
            <a:avLst/>
          </a:prstGeom>
          <a:solidFill>
            <a:srgbClr val="C0000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4" name="Oval 73"/>
          <p:cNvSpPr/>
          <p:nvPr/>
        </p:nvSpPr>
        <p:spPr>
          <a:xfrm>
            <a:off x="7240455" y="2837398"/>
            <a:ext cx="82296" cy="82296"/>
          </a:xfrm>
          <a:prstGeom prst="ellipse">
            <a:avLst/>
          </a:prstGeom>
          <a:solidFill>
            <a:srgbClr val="C0000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5" name="Oval 74"/>
          <p:cNvSpPr/>
          <p:nvPr/>
        </p:nvSpPr>
        <p:spPr>
          <a:xfrm>
            <a:off x="8107097" y="1364471"/>
            <a:ext cx="82296" cy="82296"/>
          </a:xfrm>
          <a:prstGeom prst="ellipse">
            <a:avLst/>
          </a:prstGeom>
          <a:solidFill>
            <a:srgbClr val="C0000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6" name="Oval 75"/>
          <p:cNvSpPr/>
          <p:nvPr/>
        </p:nvSpPr>
        <p:spPr>
          <a:xfrm>
            <a:off x="8265889" y="3106323"/>
            <a:ext cx="82296" cy="82296"/>
          </a:xfrm>
          <a:prstGeom prst="ellipse">
            <a:avLst/>
          </a:prstGeom>
          <a:solidFill>
            <a:srgbClr val="C0000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7" name="Oval 76"/>
          <p:cNvSpPr/>
          <p:nvPr/>
        </p:nvSpPr>
        <p:spPr>
          <a:xfrm>
            <a:off x="7917009" y="3418097"/>
            <a:ext cx="82296" cy="82296"/>
          </a:xfrm>
          <a:prstGeom prst="ellipse">
            <a:avLst/>
          </a:prstGeom>
          <a:solidFill>
            <a:srgbClr val="C0000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8" name="Oval 77"/>
          <p:cNvSpPr/>
          <p:nvPr/>
        </p:nvSpPr>
        <p:spPr>
          <a:xfrm>
            <a:off x="7412126" y="1591056"/>
            <a:ext cx="877824" cy="1572768"/>
          </a:xfrm>
          <a:prstGeom prst="ellipse">
            <a:avLst/>
          </a:prstGeom>
          <a:noFill/>
          <a:ln w="12700">
            <a:solidFill>
              <a:srgbClr val="1F386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9" name="Oval 78"/>
          <p:cNvSpPr/>
          <p:nvPr/>
        </p:nvSpPr>
        <p:spPr>
          <a:xfrm>
            <a:off x="7504313" y="1771798"/>
            <a:ext cx="82296" cy="82296"/>
          </a:xfrm>
          <a:prstGeom prst="ellipse">
            <a:avLst/>
          </a:prstGeom>
          <a:solidFill>
            <a:srgbClr val="C0000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0" name="Oval 79"/>
          <p:cNvSpPr/>
          <p:nvPr/>
        </p:nvSpPr>
        <p:spPr>
          <a:xfrm>
            <a:off x="8225324" y="2082545"/>
            <a:ext cx="82296" cy="82296"/>
          </a:xfrm>
          <a:prstGeom prst="ellipse">
            <a:avLst/>
          </a:prstGeom>
          <a:solidFill>
            <a:srgbClr val="C0000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1" name="Oval 80"/>
          <p:cNvSpPr/>
          <p:nvPr/>
        </p:nvSpPr>
        <p:spPr>
          <a:xfrm>
            <a:off x="7421483" y="1970054"/>
            <a:ext cx="82296" cy="82296"/>
          </a:xfrm>
          <a:prstGeom prst="ellipse">
            <a:avLst/>
          </a:prstGeom>
          <a:solidFill>
            <a:srgbClr val="C0000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2" name="Oval 81"/>
          <p:cNvSpPr/>
          <p:nvPr/>
        </p:nvSpPr>
        <p:spPr>
          <a:xfrm>
            <a:off x="7460260" y="2811684"/>
            <a:ext cx="82296" cy="82296"/>
          </a:xfrm>
          <a:prstGeom prst="ellipse">
            <a:avLst/>
          </a:prstGeom>
          <a:solidFill>
            <a:srgbClr val="C0000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3" name="Oval 82"/>
          <p:cNvSpPr/>
          <p:nvPr/>
        </p:nvSpPr>
        <p:spPr>
          <a:xfrm>
            <a:off x="7613294" y="1938528"/>
            <a:ext cx="475488" cy="877824"/>
          </a:xfrm>
          <a:prstGeom prst="ellipse">
            <a:avLst/>
          </a:prstGeom>
          <a:noFill/>
          <a:ln w="12700">
            <a:solidFill>
              <a:srgbClr val="1F386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4" name="Oval 83"/>
          <p:cNvSpPr/>
          <p:nvPr/>
        </p:nvSpPr>
        <p:spPr>
          <a:xfrm>
            <a:off x="8044993" y="2271051"/>
            <a:ext cx="82296" cy="82296"/>
          </a:xfrm>
          <a:prstGeom prst="ellipse">
            <a:avLst/>
          </a:prstGeom>
          <a:solidFill>
            <a:srgbClr val="C0000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5" name="Oval 84"/>
          <p:cNvSpPr/>
          <p:nvPr/>
        </p:nvSpPr>
        <p:spPr>
          <a:xfrm>
            <a:off x="8037523" y="2462929"/>
            <a:ext cx="82296" cy="82296"/>
          </a:xfrm>
          <a:prstGeom prst="ellipse">
            <a:avLst/>
          </a:prstGeom>
          <a:solidFill>
            <a:srgbClr val="C0000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6" name="TextBox 85"/>
          <p:cNvSpPr txBox="1"/>
          <p:nvPr/>
        </p:nvSpPr>
        <p:spPr>
          <a:xfrm>
            <a:off x="5623560" y="3849624"/>
            <a:ext cx="3108960" cy="274320"/>
          </a:xfrm>
          <a:prstGeom prst="rect">
            <a:avLst/>
          </a:prstGeom>
          <a:noFill/>
        </p:spPr>
        <p:txBody>
          <a:bodyPr wrap="square" lIns="45720" rIns="45720" tIns="36576" bIns="36576" anchor="t">
            <a:spAutoFit/>
          </a:bodyPr>
          <a:lstStyle/>
          <a:p>
            <a:pPr algn="ctr" marL="0" indent="0">
              <a:spcAft>
                <a:spcPts val="0"/>
              </a:spcAft>
              <a:buNone/>
            </a:pPr>
            <a:r>
              <a:rPr sz="1050" b="0" i="1">
                <a:solidFill>
                  <a:srgbClr val="444444"/>
                </a:solidFill>
                <a:latin typeface="Times New Roman"/>
              </a:rPr>
              <a:t>Passive particles carried by a double-gyre current field</a:t>
            </a: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r>
              <a:t>Dataset: OSCAR Ocean Surface Currents</a:t>
            </a:r>
          </a:p>
        </p:txBody>
      </p:sp>
      <p:sp>
        <p:nvSpPr>
          <p:cNvPr id="61" name="TextBox 60"/>
          <p:cNvSpPr txBox="1"/>
          <p:nvPr/>
        </p:nvSpPr>
        <p:spPr>
          <a:xfrm>
            <a:off x="457200" y="1097280"/>
            <a:ext cx="3840480" cy="749808"/>
          </a:xfrm>
          <a:prstGeom prst="rect">
            <a:avLst/>
          </a:prstGeom>
          <a:noFill/>
        </p:spPr>
        <p:txBody>
          <a:bodyPr wrap="square" lIns="45720" rIns="45720" tIns="27432" bIns="27432">
            <a:spAutoFit/>
          </a:bodyPr>
          <a:lstStyle/>
          <a:p>
            <a:pPr>
              <a:spcAft>
                <a:spcPts val="0"/>
              </a:spcAft>
            </a:pPr>
            <a:r>
              <a:rPr sz="1100" b="1" i="0">
                <a:solidFill>
                  <a:srgbClr val="1F3864"/>
                </a:solidFill>
                <a:latin typeface="Times New Roman"/>
              </a:rPr>
              <a:t>Full name</a:t>
            </a:r>
          </a:p>
          <a:p>
            <a:pPr>
              <a:spcAft>
                <a:spcPts val="0"/>
              </a:spcAft>
            </a:pPr>
            <a:r>
              <a:rPr sz="1200" b="0" i="0">
                <a:solidFill>
                  <a:srgbClr val="000000"/>
                </a:solidFill>
                <a:latin typeface="Times New Roman"/>
              </a:rPr>
              <a:t>Ocean Surface Current Analyses Real-time (OSCAR) Surface Currents, Near Real Time 0.25° (Version 2.0)</a:t>
            </a:r>
          </a:p>
        </p:txBody>
      </p:sp>
      <p:sp>
        <p:nvSpPr>
          <p:cNvPr id="62" name="TextBox 61"/>
          <p:cNvSpPr txBox="1"/>
          <p:nvPr/>
        </p:nvSpPr>
        <p:spPr>
          <a:xfrm>
            <a:off x="457200" y="1920239"/>
            <a:ext cx="3840480" cy="749808"/>
          </a:xfrm>
          <a:prstGeom prst="rect">
            <a:avLst/>
          </a:prstGeom>
          <a:noFill/>
        </p:spPr>
        <p:txBody>
          <a:bodyPr wrap="square" lIns="45720" rIns="45720" tIns="27432" bIns="27432">
            <a:spAutoFit/>
          </a:bodyPr>
          <a:lstStyle/>
          <a:p>
            <a:pPr>
              <a:spcAft>
                <a:spcPts val="0"/>
              </a:spcAft>
            </a:pPr>
            <a:r>
              <a:rPr sz="1100" b="1" i="0">
                <a:solidFill>
                  <a:srgbClr val="1F3864"/>
                </a:solidFill>
                <a:latin typeface="Times New Roman"/>
              </a:rPr>
              <a:t>Source</a:t>
            </a:r>
          </a:p>
          <a:p>
            <a:pPr>
              <a:spcAft>
                <a:spcPts val="0"/>
              </a:spcAft>
            </a:pPr>
            <a:r>
              <a:rPr sz="1200" b="0" i="0">
                <a:solidFill>
                  <a:srgbClr val="000000"/>
                </a:solidFill>
                <a:latin typeface="Times New Roman"/>
              </a:rPr>
              <a:t>NASA PO.DAAC (JPL), produced by Earth &amp; Space Research (ESR)</a:t>
            </a:r>
          </a:p>
        </p:txBody>
      </p:sp>
      <p:sp>
        <p:nvSpPr>
          <p:cNvPr id="63" name="TextBox 62"/>
          <p:cNvSpPr txBox="1"/>
          <p:nvPr/>
        </p:nvSpPr>
        <p:spPr>
          <a:xfrm>
            <a:off x="457200" y="2743199"/>
            <a:ext cx="3840480" cy="502920"/>
          </a:xfrm>
          <a:prstGeom prst="rect">
            <a:avLst/>
          </a:prstGeom>
          <a:noFill/>
        </p:spPr>
        <p:txBody>
          <a:bodyPr wrap="square" lIns="45720" rIns="45720" tIns="27432" bIns="27432">
            <a:spAutoFit/>
          </a:bodyPr>
          <a:lstStyle/>
          <a:p>
            <a:pPr>
              <a:spcAft>
                <a:spcPts val="0"/>
              </a:spcAft>
            </a:pPr>
            <a:r>
              <a:rPr sz="1100" b="1" i="0">
                <a:solidFill>
                  <a:srgbClr val="1F3864"/>
                </a:solidFill>
                <a:latin typeface="Times New Roman"/>
              </a:rPr>
              <a:t>File format</a:t>
            </a:r>
          </a:p>
          <a:p>
            <a:pPr>
              <a:spcAft>
                <a:spcPts val="0"/>
              </a:spcAft>
            </a:pPr>
            <a:r>
              <a:rPr sz="1200" b="0" i="0">
                <a:solidFill>
                  <a:srgbClr val="000000"/>
                </a:solidFill>
                <a:latin typeface="Times New Roman"/>
              </a:rPr>
              <a:t>NetCDF, extension .nc</a:t>
            </a:r>
          </a:p>
        </p:txBody>
      </p:sp>
      <p:sp>
        <p:nvSpPr>
          <p:cNvPr id="64" name="TextBox 63"/>
          <p:cNvSpPr txBox="1"/>
          <p:nvPr/>
        </p:nvSpPr>
        <p:spPr>
          <a:xfrm>
            <a:off x="457200" y="3319271"/>
            <a:ext cx="3840480" cy="502920"/>
          </a:xfrm>
          <a:prstGeom prst="rect">
            <a:avLst/>
          </a:prstGeom>
          <a:noFill/>
        </p:spPr>
        <p:txBody>
          <a:bodyPr wrap="square" lIns="45720" rIns="45720" tIns="27432" bIns="27432">
            <a:spAutoFit/>
          </a:bodyPr>
          <a:lstStyle/>
          <a:p>
            <a:pPr>
              <a:spcAft>
                <a:spcPts val="0"/>
              </a:spcAft>
            </a:pPr>
            <a:r>
              <a:rPr sz="1100" b="1" i="0">
                <a:solidFill>
                  <a:srgbClr val="1F3864"/>
                </a:solidFill>
                <a:latin typeface="Times New Roman"/>
              </a:rPr>
              <a:t>File layout</a:t>
            </a:r>
          </a:p>
          <a:p>
            <a:pPr>
              <a:spcAft>
                <a:spcPts val="0"/>
              </a:spcAft>
            </a:pPr>
            <a:r>
              <a:rPr sz="1200" b="0" i="0">
                <a:solidFill>
                  <a:srgbClr val="000000"/>
                </a:solidFill>
                <a:latin typeface="Times New Roman"/>
              </a:rPr>
              <a:t>One file per day, e.g. oscar_currents_nrt_20261006.nc</a:t>
            </a:r>
          </a:p>
        </p:txBody>
      </p:sp>
      <p:sp>
        <p:nvSpPr>
          <p:cNvPr id="65" name="TextBox 64"/>
          <p:cNvSpPr txBox="1"/>
          <p:nvPr/>
        </p:nvSpPr>
        <p:spPr>
          <a:xfrm>
            <a:off x="457200" y="3895344"/>
            <a:ext cx="3840480" cy="502920"/>
          </a:xfrm>
          <a:prstGeom prst="rect">
            <a:avLst/>
          </a:prstGeom>
          <a:noFill/>
        </p:spPr>
        <p:txBody>
          <a:bodyPr wrap="square" lIns="45720" rIns="45720" tIns="27432" bIns="27432">
            <a:spAutoFit/>
          </a:bodyPr>
          <a:lstStyle/>
          <a:p>
            <a:pPr>
              <a:spcAft>
                <a:spcPts val="0"/>
              </a:spcAft>
            </a:pPr>
            <a:r>
              <a:rPr sz="1100" b="1" i="0">
                <a:solidFill>
                  <a:srgbClr val="1F3864"/>
                </a:solidFill>
                <a:latin typeface="Times New Roman"/>
              </a:rPr>
              <a:t>Variables</a:t>
            </a:r>
          </a:p>
          <a:p>
            <a:pPr>
              <a:spcAft>
                <a:spcPts val="0"/>
              </a:spcAft>
            </a:pPr>
            <a:r>
              <a:rPr sz="1200" b="0" i="0">
                <a:solidFill>
                  <a:srgbClr val="000000"/>
                </a:solidFill>
                <a:latin typeface="Times New Roman"/>
              </a:rPr>
              <a:t>u (zonal) and v (meridional) total surface current, m s⁻¹</a:t>
            </a:r>
          </a:p>
        </p:txBody>
      </p:sp>
      <p:sp>
        <p:nvSpPr>
          <p:cNvPr id="66" name="TextBox 65"/>
          <p:cNvSpPr txBox="1"/>
          <p:nvPr/>
        </p:nvSpPr>
        <p:spPr>
          <a:xfrm>
            <a:off x="457200" y="4471416"/>
            <a:ext cx="3840480" cy="502920"/>
          </a:xfrm>
          <a:prstGeom prst="rect">
            <a:avLst/>
          </a:prstGeom>
          <a:noFill/>
        </p:spPr>
        <p:txBody>
          <a:bodyPr wrap="square" lIns="45720" rIns="45720" tIns="27432" bIns="27432">
            <a:spAutoFit/>
          </a:bodyPr>
          <a:lstStyle/>
          <a:p>
            <a:pPr>
              <a:spcAft>
                <a:spcPts val="0"/>
              </a:spcAft>
            </a:pPr>
            <a:r>
              <a:rPr sz="1100" b="1" i="0">
                <a:solidFill>
                  <a:srgbClr val="1F3864"/>
                </a:solidFill>
                <a:latin typeface="Times New Roman"/>
              </a:rPr>
              <a:t>Meaning</a:t>
            </a:r>
          </a:p>
          <a:p>
            <a:pPr>
              <a:spcAft>
                <a:spcPts val="0"/>
              </a:spcAft>
            </a:pPr>
            <a:r>
              <a:rPr sz="1200" b="0" i="0">
                <a:solidFill>
                  <a:srgbClr val="000000"/>
                </a:solidFill>
                <a:latin typeface="Times New Roman"/>
              </a:rPr>
              <a:t>Daily mean current over the top 30 m of the ocean</a:t>
            </a:r>
          </a:p>
        </p:txBody>
      </p:sp>
      <p:pic>
        <p:nvPicPr>
          <p:cNvPr id="67" name="Picture 66" descr="1791480314666_WhatsApp_Image_2026-10-08_at_9_16_25_PM.jpeg"/>
          <p:cNvPicPr>
            <a:picLocks noChangeAspect="1"/>
          </p:cNvPicPr>
          <p:nvPr/>
        </p:nvPicPr>
        <p:blipFill>
          <a:blip r:embed="rId3"/>
          <a:srcRect t="10000" b="7500"/>
          <a:stretch>
            <a:fillRect/>
          </a:stretch>
        </p:blipFill>
        <p:spPr>
          <a:xfrm>
            <a:off x="4526280" y="1188720"/>
            <a:ext cx="4206240" cy="2342411"/>
          </a:xfrm>
          <a:prstGeom prst="rect">
            <a:avLst/>
          </a:prstGeom>
          <a:ln w="9525">
            <a:solidFill>
              <a:srgbClr val="7F7F7F"/>
            </a:solidFill>
          </a:ln>
        </p:spPr>
      </p:pic>
      <p:sp>
        <p:nvSpPr>
          <p:cNvPr id="68" name="TextBox 67"/>
          <p:cNvSpPr txBox="1"/>
          <p:nvPr/>
        </p:nvSpPr>
        <p:spPr>
          <a:xfrm>
            <a:off x="4480560" y="3558563"/>
            <a:ext cx="4297679" cy="274320"/>
          </a:xfrm>
          <a:prstGeom prst="rect">
            <a:avLst/>
          </a:prstGeom>
          <a:noFill/>
        </p:spPr>
        <p:txBody>
          <a:bodyPr wrap="square" lIns="45720" rIns="45720" tIns="27432" bIns="27432">
            <a:spAutoFit/>
          </a:bodyPr>
          <a:lstStyle/>
          <a:p>
            <a:pPr>
              <a:spcAft>
                <a:spcPts val="0"/>
              </a:spcAft>
            </a:pPr>
            <a:r>
              <a:rPr sz="1000" b="0" i="1">
                <a:solidFill>
                  <a:srgbClr val="444444"/>
                </a:solidFill>
                <a:latin typeface="Times New Roman"/>
              </a:rPr>
              <a:t>Global 0.25° grid over the zonal current u (OSCAR NRT, 6 Oct 2026)</a:t>
            </a: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Methodology Block Diagram</a:t>
            </a:r>
            <a:endParaRPr/>
          </a:p>
        </p:txBody>
      </p:sp>
      <p:sp>
        <p:nvSpPr>
          <p:cNvPr id="67" name="TextBox 66"/>
          <p:cNvSpPr txBox="1"/>
          <p:nvPr/>
        </p:nvSpPr>
        <p:spPr>
          <a:xfrm>
            <a:off x="384048" y="987552"/>
            <a:ext cx="3657600" cy="201168"/>
          </a:xfrm>
          <a:prstGeom prst="rect">
            <a:avLst/>
          </a:prstGeom>
          <a:noFill/>
        </p:spPr>
        <p:txBody>
          <a:bodyPr wrap="square" lIns="45720" rIns="45720" tIns="36576" bIns="36576" anchor="t">
            <a:spAutoFit/>
          </a:bodyPr>
          <a:lstStyle/>
          <a:p>
            <a:pPr algn="l" marL="0" indent="0">
              <a:spcAft>
                <a:spcPts val="0"/>
              </a:spcAft>
              <a:buNone/>
            </a:pPr>
            <a:r>
              <a:rPr sz="1050" b="1" i="0">
                <a:solidFill>
                  <a:srgbClr val="000000"/>
                </a:solidFill>
                <a:latin typeface="Times New Roman"/>
              </a:rPr>
              <a:t>A. Setup </a:t>
            </a:r>
            <a:r>
              <a:rPr sz="1050" b="0" i="1">
                <a:solidFill>
                  <a:srgbClr val="000000"/>
                </a:solidFill>
                <a:latin typeface="Times New Roman"/>
              </a:rPr>
              <a:t>(before timing)</a:t>
            </a:r>
          </a:p>
        </p:txBody>
      </p:sp>
      <p:sp>
        <p:nvSpPr>
          <p:cNvPr id="68" name="Rectangle 67"/>
          <p:cNvSpPr/>
          <p:nvPr/>
        </p:nvSpPr>
        <p:spPr>
          <a:xfrm>
            <a:off x="384048" y="1207008"/>
            <a:ext cx="2487168" cy="530352"/>
          </a:xfrm>
          <a:prstGeom prst="rect">
            <a:avLst/>
          </a:prstGeom>
          <a:solidFill>
            <a:srgbClr val="FFFFFF"/>
          </a:solidFill>
          <a:ln w="9525">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9" name="TextBox 68"/>
          <p:cNvSpPr txBox="1"/>
          <p:nvPr/>
        </p:nvSpPr>
        <p:spPr>
          <a:xfrm>
            <a:off x="438912" y="1234440"/>
            <a:ext cx="2377440" cy="475488"/>
          </a:xfrm>
          <a:prstGeom prst="rect">
            <a:avLst/>
          </a:prstGeom>
          <a:noFill/>
        </p:spPr>
        <p:txBody>
          <a:bodyPr wrap="square" lIns="45720" rIns="45720" tIns="36576" bIns="36576" anchor="ctr">
            <a:spAutoFit/>
          </a:bodyPr>
          <a:lstStyle/>
          <a:p>
            <a:pPr algn="ctr" marL="0" indent="0">
              <a:spcAft>
                <a:spcPts val="0"/>
              </a:spcAft>
              <a:buNone/>
            </a:pPr>
            <a:r>
              <a:rPr sz="1100" b="1" i="0">
                <a:solidFill>
                  <a:srgbClr val="000000"/>
                </a:solidFill>
                <a:latin typeface="Times New Roman"/>
              </a:rPr>
              <a:t>Current-field data</a:t>
            </a:r>
          </a:p>
          <a:p>
            <a:pPr algn="ctr" marL="0" indent="0">
              <a:spcAft>
                <a:spcPts val="0"/>
              </a:spcAft>
              <a:buNone/>
            </a:pPr>
            <a:r>
              <a:rPr sz="1000" b="0" i="0">
                <a:solidFill>
                  <a:srgbClr val="000000"/>
                </a:solidFill>
                <a:latin typeface="Times New Roman"/>
              </a:rPr>
              <a:t>Synthetic double-gyre, OSCAR, HYCOM</a:t>
            </a:r>
          </a:p>
        </p:txBody>
      </p:sp>
      <p:cxnSp>
        <p:nvCxnSpPr>
          <p:cNvPr id="70" name="Connector 69"/>
          <p:cNvCxnSpPr/>
          <p:nvPr/>
        </p:nvCxnSpPr>
        <p:spPr>
          <a:xfrm>
            <a:off x="2916936" y="1472184"/>
            <a:ext cx="365760" cy="0"/>
          </a:xfrm>
          <a:prstGeom prst="line">
            <a:avLst/>
          </a:prstGeom>
          <a:ln w="12700">
            <a:solidFill>
              <a:srgbClr val="000000"/>
            </a:solidFill>
            <a:tailEnd type="triangle" w="med" len="med"/>
          </a:ln>
        </p:spPr>
        <p:style>
          <a:lnRef idx="2">
            <a:schemeClr val="accent1"/>
          </a:lnRef>
          <a:fillRef idx="0">
            <a:schemeClr val="accent1"/>
          </a:fillRef>
          <a:effectRef idx="0">
            <a:schemeClr val="accent1"/>
          </a:effectRef>
          <a:fontRef idx="minor">
            <a:schemeClr val="tx1"/>
          </a:fontRef>
        </p:style>
      </p:cxnSp>
      <p:sp>
        <p:nvSpPr>
          <p:cNvPr id="71" name="Rectangle 70"/>
          <p:cNvSpPr/>
          <p:nvPr/>
        </p:nvSpPr>
        <p:spPr>
          <a:xfrm>
            <a:off x="3328416" y="1207008"/>
            <a:ext cx="2487168" cy="530352"/>
          </a:xfrm>
          <a:prstGeom prst="rect">
            <a:avLst/>
          </a:prstGeom>
          <a:solidFill>
            <a:srgbClr val="FFFFFF"/>
          </a:solidFill>
          <a:ln w="9525">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2" name="TextBox 71"/>
          <p:cNvSpPr txBox="1"/>
          <p:nvPr/>
        </p:nvSpPr>
        <p:spPr>
          <a:xfrm>
            <a:off x="3383280" y="1234440"/>
            <a:ext cx="2377440" cy="475488"/>
          </a:xfrm>
          <a:prstGeom prst="rect">
            <a:avLst/>
          </a:prstGeom>
          <a:noFill/>
        </p:spPr>
        <p:txBody>
          <a:bodyPr wrap="square" lIns="45720" rIns="45720" tIns="36576" bIns="36576" anchor="ctr">
            <a:spAutoFit/>
          </a:bodyPr>
          <a:lstStyle/>
          <a:p>
            <a:pPr algn="ctr" marL="0" indent="0">
              <a:spcAft>
                <a:spcPts val="0"/>
              </a:spcAft>
              <a:buNone/>
            </a:pPr>
            <a:r>
              <a:rPr sz="1100" b="1" i="0">
                <a:solidFill>
                  <a:srgbClr val="000000"/>
                </a:solidFill>
                <a:latin typeface="Times New Roman"/>
              </a:rPr>
              <a:t>Custom NetCDF loader</a:t>
            </a:r>
          </a:p>
          <a:p>
            <a:pPr algn="ctr" marL="0" indent="0">
              <a:spcAft>
                <a:spcPts val="0"/>
              </a:spcAft>
              <a:buNone/>
            </a:pPr>
            <a:r>
              <a:rPr sz="1000" b="0" i="0">
                <a:solidFill>
                  <a:srgbClr val="000000"/>
                </a:solidFill>
                <a:latin typeface="Times New Roman"/>
              </a:rPr>
              <a:t>(u, v) grids kept as contiguous arrays</a:t>
            </a:r>
          </a:p>
        </p:txBody>
      </p:sp>
      <p:cxnSp>
        <p:nvCxnSpPr>
          <p:cNvPr id="73" name="Connector 72"/>
          <p:cNvCxnSpPr/>
          <p:nvPr/>
        </p:nvCxnSpPr>
        <p:spPr>
          <a:xfrm>
            <a:off x="5861304" y="1472184"/>
            <a:ext cx="365760" cy="0"/>
          </a:xfrm>
          <a:prstGeom prst="line">
            <a:avLst/>
          </a:prstGeom>
          <a:ln w="12700">
            <a:solidFill>
              <a:srgbClr val="000000"/>
            </a:solidFill>
            <a:tailEnd type="triangle" w="med" len="med"/>
          </a:ln>
        </p:spPr>
        <p:style>
          <a:lnRef idx="2">
            <a:schemeClr val="accent1"/>
          </a:lnRef>
          <a:fillRef idx="0">
            <a:schemeClr val="accent1"/>
          </a:fillRef>
          <a:effectRef idx="0">
            <a:schemeClr val="accent1"/>
          </a:effectRef>
          <a:fontRef idx="minor">
            <a:schemeClr val="tx1"/>
          </a:fontRef>
        </p:style>
      </p:cxnSp>
      <p:sp>
        <p:nvSpPr>
          <p:cNvPr id="74" name="Rectangle 73"/>
          <p:cNvSpPr/>
          <p:nvPr/>
        </p:nvSpPr>
        <p:spPr>
          <a:xfrm>
            <a:off x="6272784" y="1207008"/>
            <a:ext cx="2487168" cy="530352"/>
          </a:xfrm>
          <a:prstGeom prst="rect">
            <a:avLst/>
          </a:prstGeom>
          <a:solidFill>
            <a:srgbClr val="FFFFFF"/>
          </a:solidFill>
          <a:ln w="9525">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5" name="TextBox 74"/>
          <p:cNvSpPr txBox="1"/>
          <p:nvPr/>
        </p:nvSpPr>
        <p:spPr>
          <a:xfrm>
            <a:off x="6327648" y="1234440"/>
            <a:ext cx="2377440" cy="475488"/>
          </a:xfrm>
          <a:prstGeom prst="rect">
            <a:avLst/>
          </a:prstGeom>
          <a:noFill/>
        </p:spPr>
        <p:txBody>
          <a:bodyPr wrap="square" lIns="45720" rIns="45720" tIns="36576" bIns="36576" anchor="ctr">
            <a:spAutoFit/>
          </a:bodyPr>
          <a:lstStyle/>
          <a:p>
            <a:pPr algn="ctr" marL="0" indent="0">
              <a:spcAft>
                <a:spcPts val="0"/>
              </a:spcAft>
              <a:buNone/>
            </a:pPr>
            <a:r>
              <a:rPr sz="1100" b="1" i="0">
                <a:solidFill>
                  <a:srgbClr val="000000"/>
                </a:solidFill>
                <a:latin typeface="Times New Roman"/>
              </a:rPr>
              <a:t>Particle setup</a:t>
            </a:r>
          </a:p>
          <a:p>
            <a:pPr algn="ctr" marL="0" indent="0">
              <a:spcAft>
                <a:spcPts val="0"/>
              </a:spcAft>
              <a:buNone/>
            </a:pPr>
            <a:r>
              <a:rPr sz="1000" b="0" i="0">
                <a:solidFill>
                  <a:srgbClr val="000000"/>
                </a:solidFill>
                <a:latin typeface="Times New Roman"/>
              </a:rPr>
              <a:t>Fixed release points, SoA position arrays</a:t>
            </a:r>
          </a:p>
        </p:txBody>
      </p:sp>
      <p:cxnSp>
        <p:nvCxnSpPr>
          <p:cNvPr id="76" name="Connector 75"/>
          <p:cNvCxnSpPr/>
          <p:nvPr/>
        </p:nvCxnSpPr>
        <p:spPr>
          <a:xfrm>
            <a:off x="4572000" y="1755648"/>
            <a:ext cx="0" cy="201168"/>
          </a:xfrm>
          <a:prstGeom prst="line">
            <a:avLst/>
          </a:prstGeom>
          <a:ln w="12700">
            <a:solidFill>
              <a:srgbClr val="000000"/>
            </a:solidFill>
            <a:tailEnd type="triangle" w="med" len="med"/>
          </a:ln>
        </p:spPr>
        <p:style>
          <a:lnRef idx="2">
            <a:schemeClr val="accent1"/>
          </a:lnRef>
          <a:fillRef idx="0">
            <a:schemeClr val="accent1"/>
          </a:fillRef>
          <a:effectRef idx="0">
            <a:schemeClr val="accent1"/>
          </a:effectRef>
          <a:fontRef idx="minor">
            <a:schemeClr val="tx1"/>
          </a:fontRef>
        </p:style>
      </p:cxnSp>
      <p:sp>
        <p:nvSpPr>
          <p:cNvPr id="77" name="Rectangle 76"/>
          <p:cNvSpPr/>
          <p:nvPr/>
        </p:nvSpPr>
        <p:spPr>
          <a:xfrm>
            <a:off x="384048" y="1975104"/>
            <a:ext cx="8375904" cy="1700784"/>
          </a:xfrm>
          <a:prstGeom prst="rect">
            <a:avLst/>
          </a:prstGeom>
          <a:solidFill>
            <a:srgbClr val="F2F2F2"/>
          </a:solidFill>
          <a:ln w="9525">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8" name="TextBox 77"/>
          <p:cNvSpPr txBox="1"/>
          <p:nvPr/>
        </p:nvSpPr>
        <p:spPr>
          <a:xfrm>
            <a:off x="475488" y="2011680"/>
            <a:ext cx="4572000" cy="219456"/>
          </a:xfrm>
          <a:prstGeom prst="rect">
            <a:avLst/>
          </a:prstGeom>
          <a:noFill/>
        </p:spPr>
        <p:txBody>
          <a:bodyPr wrap="square" lIns="45720" rIns="45720" tIns="36576" bIns="36576" anchor="t">
            <a:spAutoFit/>
          </a:bodyPr>
          <a:lstStyle/>
          <a:p>
            <a:pPr algn="l" marL="0" indent="0">
              <a:spcAft>
                <a:spcPts val="0"/>
              </a:spcAft>
              <a:buNone/>
            </a:pPr>
            <a:r>
              <a:rPr sz="1050" b="1" i="0">
                <a:solidFill>
                  <a:srgbClr val="000000"/>
                </a:solidFill>
                <a:latin typeface="Times New Roman"/>
              </a:rPr>
              <a:t>B. Per-timestep advection loop </a:t>
            </a:r>
            <a:r>
              <a:rPr sz="1050" b="0" i="1">
                <a:solidFill>
                  <a:srgbClr val="000000"/>
                </a:solidFill>
                <a:latin typeface="Times New Roman"/>
              </a:rPr>
              <a:t>at time t</a:t>
            </a:r>
            <a:r>
              <a:rPr sz="1050" b="0" i="1" baseline="-25000">
                <a:solidFill>
                  <a:srgbClr val="000000"/>
                </a:solidFill>
                <a:latin typeface="Times New Roman"/>
              </a:rPr>
              <a:t>k</a:t>
            </a:r>
            <a:r>
              <a:rPr sz="1050" b="0" i="1">
                <a:solidFill>
                  <a:srgbClr val="000000"/>
                </a:solidFill>
                <a:latin typeface="Times New Roman"/>
              </a:rPr>
              <a:t> (the timed kernel)</a:t>
            </a:r>
          </a:p>
        </p:txBody>
      </p:sp>
      <p:sp>
        <p:nvSpPr>
          <p:cNvPr id="79" name="Rectangle 78"/>
          <p:cNvSpPr/>
          <p:nvPr/>
        </p:nvSpPr>
        <p:spPr>
          <a:xfrm>
            <a:off x="3785616" y="2249424"/>
            <a:ext cx="4919472" cy="1188720"/>
          </a:xfrm>
          <a:prstGeom prst="rect">
            <a:avLst/>
          </a:prstGeom>
          <a:solidFill>
            <a:srgbClr val="DEEAF6"/>
          </a:solidFill>
          <a:ln w="9525">
            <a:solidFill>
              <a:srgbClr val="1F3864"/>
            </a:solidFill>
            <a:prstDash val="dash"/>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0" name="TextBox 79"/>
          <p:cNvSpPr txBox="1"/>
          <p:nvPr/>
        </p:nvSpPr>
        <p:spPr>
          <a:xfrm>
            <a:off x="3803904" y="2258568"/>
            <a:ext cx="4882896" cy="237744"/>
          </a:xfrm>
          <a:prstGeom prst="rect">
            <a:avLst/>
          </a:prstGeom>
          <a:noFill/>
        </p:spPr>
        <p:txBody>
          <a:bodyPr wrap="square" lIns="45720" rIns="45720" tIns="36576" bIns="36576" anchor="t">
            <a:spAutoFit/>
          </a:bodyPr>
          <a:lstStyle/>
          <a:p>
            <a:pPr algn="ctr" marL="0" indent="0">
              <a:spcAft>
                <a:spcPts val="0"/>
              </a:spcAft>
              <a:buNone/>
            </a:pPr>
            <a:r>
              <a:rPr sz="1000" b="0" i="1">
                <a:solidFill>
                  <a:srgbClr val="1F3864"/>
                </a:solidFill>
                <a:latin typeface="Times New Roman"/>
              </a:rPr>
              <a:t>Per particle, on every thread in parallel; no locks (grid is read-only)</a:t>
            </a:r>
          </a:p>
        </p:txBody>
      </p:sp>
      <p:sp>
        <p:nvSpPr>
          <p:cNvPr id="81" name="Rectangle 80"/>
          <p:cNvSpPr/>
          <p:nvPr/>
        </p:nvSpPr>
        <p:spPr>
          <a:xfrm>
            <a:off x="530352" y="2523744"/>
            <a:ext cx="1389888" cy="713232"/>
          </a:xfrm>
          <a:prstGeom prst="rect">
            <a:avLst/>
          </a:prstGeom>
          <a:solidFill>
            <a:srgbClr val="FFFFFF"/>
          </a:solidFill>
          <a:ln w="9525">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2" name="TextBox 81"/>
          <p:cNvSpPr txBox="1"/>
          <p:nvPr/>
        </p:nvSpPr>
        <p:spPr>
          <a:xfrm>
            <a:off x="557784" y="2542032"/>
            <a:ext cx="1335024" cy="676656"/>
          </a:xfrm>
          <a:prstGeom prst="rect">
            <a:avLst/>
          </a:prstGeom>
          <a:noFill/>
        </p:spPr>
        <p:txBody>
          <a:bodyPr wrap="square" lIns="45720" rIns="45720" tIns="36576" bIns="36576" anchor="ctr">
            <a:spAutoFit/>
          </a:bodyPr>
          <a:lstStyle/>
          <a:p>
            <a:pPr algn="ctr" marL="0" indent="0">
              <a:spcAft>
                <a:spcPts val="0"/>
              </a:spcAft>
              <a:buNone/>
            </a:pPr>
            <a:r>
              <a:rPr sz="950" b="0" i="1">
                <a:solidFill>
                  <a:srgbClr val="000000"/>
                </a:solidFill>
                <a:latin typeface="Times New Roman"/>
              </a:rPr>
              <a:t>Step 1</a:t>
            </a:r>
          </a:p>
          <a:p>
            <a:pPr algn="ctr" marL="0" indent="0">
              <a:spcAft>
                <a:spcPts val="0"/>
              </a:spcAft>
              <a:buNone/>
            </a:pPr>
            <a:r>
              <a:rPr sz="1050" b="1" i="0">
                <a:solidFill>
                  <a:srgbClr val="000000"/>
                </a:solidFill>
                <a:latin typeface="Times New Roman"/>
              </a:rPr>
              <a:t>Load time slices</a:t>
            </a:r>
          </a:p>
          <a:p>
            <a:pPr algn="ctr" marL="0" indent="0">
              <a:spcAft>
                <a:spcPts val="0"/>
              </a:spcAft>
              <a:buNone/>
            </a:pPr>
            <a:r>
              <a:rPr sz="1000" b="0" i="0">
                <a:solidFill>
                  <a:srgbClr val="000000"/>
                </a:solidFill>
                <a:latin typeface="Times New Roman"/>
              </a:rPr>
              <a:t>bracketing [t</a:t>
            </a:r>
            <a:r>
              <a:rPr sz="1000" b="0" i="0" baseline="-25000">
                <a:solidFill>
                  <a:srgbClr val="000000"/>
                </a:solidFill>
                <a:latin typeface="Times New Roman"/>
              </a:rPr>
              <a:t>k</a:t>
            </a:r>
            <a:r>
              <a:rPr sz="1000" b="0" i="0">
                <a:solidFill>
                  <a:srgbClr val="000000"/>
                </a:solidFill>
                <a:latin typeface="Times New Roman"/>
              </a:rPr>
              <a:t>, t</a:t>
            </a:r>
            <a:r>
              <a:rPr sz="1000" b="0" i="0" baseline="-25000">
                <a:solidFill>
                  <a:srgbClr val="000000"/>
                </a:solidFill>
                <a:latin typeface="Times New Roman"/>
              </a:rPr>
              <a:t>k+1</a:t>
            </a:r>
            <a:r>
              <a:rPr sz="1000" b="0" i="0">
                <a:solidFill>
                  <a:srgbClr val="000000"/>
                </a:solidFill>
                <a:latin typeface="Times New Roman"/>
              </a:rPr>
              <a:t>]</a:t>
            </a:r>
          </a:p>
        </p:txBody>
      </p:sp>
      <p:cxnSp>
        <p:nvCxnSpPr>
          <p:cNvPr id="83" name="Connector 82"/>
          <p:cNvCxnSpPr/>
          <p:nvPr/>
        </p:nvCxnSpPr>
        <p:spPr>
          <a:xfrm>
            <a:off x="1947672" y="2880360"/>
            <a:ext cx="228600" cy="0"/>
          </a:xfrm>
          <a:prstGeom prst="line">
            <a:avLst/>
          </a:prstGeom>
          <a:ln w="12700">
            <a:solidFill>
              <a:srgbClr val="000000"/>
            </a:solidFill>
            <a:tailEnd type="triangle" w="med" len="med"/>
          </a:ln>
        </p:spPr>
        <p:style>
          <a:lnRef idx="2">
            <a:schemeClr val="accent1"/>
          </a:lnRef>
          <a:fillRef idx="0">
            <a:schemeClr val="accent1"/>
          </a:fillRef>
          <a:effectRef idx="0">
            <a:schemeClr val="accent1"/>
          </a:effectRef>
          <a:fontRef idx="minor">
            <a:schemeClr val="tx1"/>
          </a:fontRef>
        </p:style>
      </p:cxnSp>
      <p:sp>
        <p:nvSpPr>
          <p:cNvPr id="84" name="Rectangle 83"/>
          <p:cNvSpPr/>
          <p:nvPr/>
        </p:nvSpPr>
        <p:spPr>
          <a:xfrm>
            <a:off x="2203704" y="2523744"/>
            <a:ext cx="1389888" cy="713232"/>
          </a:xfrm>
          <a:prstGeom prst="rect">
            <a:avLst/>
          </a:prstGeom>
          <a:solidFill>
            <a:srgbClr val="FFFFFF"/>
          </a:solidFill>
          <a:ln w="9525">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5" name="TextBox 84"/>
          <p:cNvSpPr txBox="1"/>
          <p:nvPr/>
        </p:nvSpPr>
        <p:spPr>
          <a:xfrm>
            <a:off x="2231136" y="2542032"/>
            <a:ext cx="1335024" cy="676656"/>
          </a:xfrm>
          <a:prstGeom prst="rect">
            <a:avLst/>
          </a:prstGeom>
          <a:noFill/>
        </p:spPr>
        <p:txBody>
          <a:bodyPr wrap="square" lIns="45720" rIns="45720" tIns="36576" bIns="36576" anchor="ctr">
            <a:spAutoFit/>
          </a:bodyPr>
          <a:lstStyle/>
          <a:p>
            <a:pPr algn="ctr" marL="0" indent="0">
              <a:spcAft>
                <a:spcPts val="0"/>
              </a:spcAft>
              <a:buNone/>
            </a:pPr>
            <a:r>
              <a:rPr sz="950" b="0" i="1">
                <a:solidFill>
                  <a:srgbClr val="000000"/>
                </a:solidFill>
                <a:latin typeface="Times New Roman"/>
              </a:rPr>
              <a:t>Step 2</a:t>
            </a:r>
          </a:p>
          <a:p>
            <a:pPr algn="ctr" marL="0" indent="0">
              <a:spcAft>
                <a:spcPts val="0"/>
              </a:spcAft>
              <a:buNone/>
            </a:pPr>
            <a:r>
              <a:rPr sz="1050" b="1" i="0">
                <a:solidFill>
                  <a:srgbClr val="000000"/>
                </a:solidFill>
                <a:latin typeface="Times New Roman"/>
              </a:rPr>
              <a:t>Split particle array</a:t>
            </a:r>
          </a:p>
          <a:p>
            <a:pPr algn="ctr" marL="0" indent="0">
              <a:spcAft>
                <a:spcPts val="0"/>
              </a:spcAft>
              <a:buNone/>
            </a:pPr>
            <a:r>
              <a:rPr sz="1000" b="0" i="0">
                <a:solidFill>
                  <a:srgbClr val="000000"/>
                </a:solidFill>
                <a:latin typeface="Times New Roman"/>
              </a:rPr>
              <a:t>over OpenMP threads</a:t>
            </a:r>
          </a:p>
        </p:txBody>
      </p:sp>
      <p:cxnSp>
        <p:nvCxnSpPr>
          <p:cNvPr id="86" name="Connector 85"/>
          <p:cNvCxnSpPr/>
          <p:nvPr/>
        </p:nvCxnSpPr>
        <p:spPr>
          <a:xfrm>
            <a:off x="3621024" y="2880360"/>
            <a:ext cx="228600" cy="0"/>
          </a:xfrm>
          <a:prstGeom prst="line">
            <a:avLst/>
          </a:prstGeom>
          <a:ln w="12700">
            <a:solidFill>
              <a:srgbClr val="000000"/>
            </a:solidFill>
            <a:tailEnd type="triangle" w="med" len="med"/>
          </a:ln>
        </p:spPr>
        <p:style>
          <a:lnRef idx="2">
            <a:schemeClr val="accent1"/>
          </a:lnRef>
          <a:fillRef idx="0">
            <a:schemeClr val="accent1"/>
          </a:fillRef>
          <a:effectRef idx="0">
            <a:schemeClr val="accent1"/>
          </a:effectRef>
          <a:fontRef idx="minor">
            <a:schemeClr val="tx1"/>
          </a:fontRef>
        </p:style>
      </p:cxnSp>
      <p:sp>
        <p:nvSpPr>
          <p:cNvPr id="87" name="Rectangle 86"/>
          <p:cNvSpPr/>
          <p:nvPr/>
        </p:nvSpPr>
        <p:spPr>
          <a:xfrm>
            <a:off x="3877056" y="2523744"/>
            <a:ext cx="1389888" cy="713232"/>
          </a:xfrm>
          <a:prstGeom prst="rect">
            <a:avLst/>
          </a:prstGeom>
          <a:solidFill>
            <a:srgbClr val="FFFFFF"/>
          </a:solidFill>
          <a:ln w="9525">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8" name="TextBox 87"/>
          <p:cNvSpPr txBox="1"/>
          <p:nvPr/>
        </p:nvSpPr>
        <p:spPr>
          <a:xfrm>
            <a:off x="3904488" y="2542032"/>
            <a:ext cx="1335024" cy="676656"/>
          </a:xfrm>
          <a:prstGeom prst="rect">
            <a:avLst/>
          </a:prstGeom>
          <a:noFill/>
        </p:spPr>
        <p:txBody>
          <a:bodyPr wrap="square" lIns="45720" rIns="45720" tIns="36576" bIns="36576" anchor="ctr">
            <a:spAutoFit/>
          </a:bodyPr>
          <a:lstStyle/>
          <a:p>
            <a:pPr algn="ctr" marL="0" indent="0">
              <a:spcAft>
                <a:spcPts val="0"/>
              </a:spcAft>
              <a:buNone/>
            </a:pPr>
            <a:r>
              <a:rPr sz="950" b="0" i="1">
                <a:solidFill>
                  <a:srgbClr val="000000"/>
                </a:solidFill>
                <a:latin typeface="Times New Roman"/>
              </a:rPr>
              <a:t>Step 3</a:t>
            </a:r>
          </a:p>
          <a:p>
            <a:pPr algn="ctr" marL="0" indent="0">
              <a:spcAft>
                <a:spcPts val="0"/>
              </a:spcAft>
              <a:buNone/>
            </a:pPr>
            <a:r>
              <a:rPr sz="1050" b="1" i="0">
                <a:solidFill>
                  <a:srgbClr val="000000"/>
                </a:solidFill>
                <a:latin typeface="Times New Roman"/>
              </a:rPr>
              <a:t>Interpolate velocity</a:t>
            </a:r>
          </a:p>
          <a:p>
            <a:pPr algn="ctr" marL="0" indent="0">
              <a:spcAft>
                <a:spcPts val="0"/>
              </a:spcAft>
              <a:buNone/>
            </a:pPr>
            <a:r>
              <a:rPr sz="1000" b="0" i="0">
                <a:solidFill>
                  <a:srgbClr val="000000"/>
                </a:solidFill>
                <a:latin typeface="Times New Roman"/>
              </a:rPr>
              <a:t>bilinear in space,</a:t>
            </a:r>
          </a:p>
          <a:p>
            <a:pPr algn="ctr" marL="0" indent="0">
              <a:spcAft>
                <a:spcPts val="0"/>
              </a:spcAft>
              <a:buNone/>
            </a:pPr>
            <a:r>
              <a:rPr sz="1000" b="0" i="0">
                <a:solidFill>
                  <a:srgbClr val="000000"/>
                </a:solidFill>
                <a:latin typeface="Times New Roman"/>
              </a:rPr>
              <a:t>linear in time</a:t>
            </a:r>
          </a:p>
        </p:txBody>
      </p:sp>
      <p:sp>
        <p:nvSpPr>
          <p:cNvPr id="89" name="Rectangle 88"/>
          <p:cNvSpPr/>
          <p:nvPr/>
        </p:nvSpPr>
        <p:spPr>
          <a:xfrm>
            <a:off x="5550408" y="2523744"/>
            <a:ext cx="1389888" cy="713232"/>
          </a:xfrm>
          <a:prstGeom prst="rect">
            <a:avLst/>
          </a:prstGeom>
          <a:solidFill>
            <a:srgbClr val="FFFFFF"/>
          </a:solidFill>
          <a:ln w="9525">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0" name="TextBox 89"/>
          <p:cNvSpPr txBox="1"/>
          <p:nvPr/>
        </p:nvSpPr>
        <p:spPr>
          <a:xfrm>
            <a:off x="5577840" y="2542032"/>
            <a:ext cx="1335024" cy="676656"/>
          </a:xfrm>
          <a:prstGeom prst="rect">
            <a:avLst/>
          </a:prstGeom>
          <a:noFill/>
        </p:spPr>
        <p:txBody>
          <a:bodyPr wrap="square" lIns="45720" rIns="45720" tIns="36576" bIns="36576" anchor="ctr">
            <a:spAutoFit/>
          </a:bodyPr>
          <a:lstStyle/>
          <a:p>
            <a:pPr algn="ctr" marL="0" indent="0">
              <a:spcAft>
                <a:spcPts val="0"/>
              </a:spcAft>
              <a:buNone/>
            </a:pPr>
            <a:r>
              <a:rPr sz="950" b="0" i="1">
                <a:solidFill>
                  <a:srgbClr val="000000"/>
                </a:solidFill>
                <a:latin typeface="Times New Roman"/>
              </a:rPr>
              <a:t>Step 4</a:t>
            </a:r>
          </a:p>
          <a:p>
            <a:pPr algn="ctr" marL="0" indent="0">
              <a:spcAft>
                <a:spcPts val="0"/>
              </a:spcAft>
              <a:buNone/>
            </a:pPr>
            <a:r>
              <a:rPr sz="1050" b="1" i="0">
                <a:solidFill>
                  <a:srgbClr val="000000"/>
                </a:solidFill>
                <a:latin typeface="Times New Roman"/>
              </a:rPr>
              <a:t>Integrate position</a:t>
            </a:r>
          </a:p>
          <a:p>
            <a:pPr algn="ctr" marL="0" indent="0">
              <a:spcAft>
                <a:spcPts val="0"/>
              </a:spcAft>
              <a:buNone/>
            </a:pPr>
            <a:r>
              <a:rPr sz="1000" b="0" i="0">
                <a:solidFill>
                  <a:srgbClr val="000000"/>
                </a:solidFill>
                <a:latin typeface="Times New Roman"/>
              </a:rPr>
              <a:t>RK4, fixed step</a:t>
            </a:r>
          </a:p>
        </p:txBody>
      </p:sp>
      <p:cxnSp>
        <p:nvCxnSpPr>
          <p:cNvPr id="91" name="Connector 90"/>
          <p:cNvCxnSpPr/>
          <p:nvPr/>
        </p:nvCxnSpPr>
        <p:spPr>
          <a:xfrm>
            <a:off x="6967728" y="2880360"/>
            <a:ext cx="228599" cy="0"/>
          </a:xfrm>
          <a:prstGeom prst="line">
            <a:avLst/>
          </a:prstGeom>
          <a:ln w="12700">
            <a:solidFill>
              <a:srgbClr val="000000"/>
            </a:solidFill>
            <a:tailEnd type="triangle" w="med" len="med"/>
          </a:ln>
        </p:spPr>
        <p:style>
          <a:lnRef idx="2">
            <a:schemeClr val="accent1"/>
          </a:lnRef>
          <a:fillRef idx="0">
            <a:schemeClr val="accent1"/>
          </a:fillRef>
          <a:effectRef idx="0">
            <a:schemeClr val="accent1"/>
          </a:effectRef>
          <a:fontRef idx="minor">
            <a:schemeClr val="tx1"/>
          </a:fontRef>
        </p:style>
      </p:cxnSp>
      <p:sp>
        <p:nvSpPr>
          <p:cNvPr id="92" name="Rectangle 91"/>
          <p:cNvSpPr/>
          <p:nvPr/>
        </p:nvSpPr>
        <p:spPr>
          <a:xfrm>
            <a:off x="7223760" y="2523744"/>
            <a:ext cx="1389888" cy="713232"/>
          </a:xfrm>
          <a:prstGeom prst="rect">
            <a:avLst/>
          </a:prstGeom>
          <a:solidFill>
            <a:srgbClr val="FFFFFF"/>
          </a:solidFill>
          <a:ln w="9525">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3" name="TextBox 92"/>
          <p:cNvSpPr txBox="1"/>
          <p:nvPr/>
        </p:nvSpPr>
        <p:spPr>
          <a:xfrm>
            <a:off x="7251192" y="2542032"/>
            <a:ext cx="1335024" cy="676656"/>
          </a:xfrm>
          <a:prstGeom prst="rect">
            <a:avLst/>
          </a:prstGeom>
          <a:noFill/>
        </p:spPr>
        <p:txBody>
          <a:bodyPr wrap="square" lIns="45720" rIns="45720" tIns="36576" bIns="36576" anchor="ctr">
            <a:spAutoFit/>
          </a:bodyPr>
          <a:lstStyle/>
          <a:p>
            <a:pPr algn="ctr" marL="0" indent="0">
              <a:spcAft>
                <a:spcPts val="0"/>
              </a:spcAft>
              <a:buNone/>
            </a:pPr>
            <a:r>
              <a:rPr sz="950" b="0" i="1">
                <a:solidFill>
                  <a:srgbClr val="000000"/>
                </a:solidFill>
                <a:latin typeface="Times New Roman"/>
              </a:rPr>
              <a:t>Step 5</a:t>
            </a:r>
          </a:p>
          <a:p>
            <a:pPr algn="ctr" marL="0" indent="0">
              <a:spcAft>
                <a:spcPts val="0"/>
              </a:spcAft>
              <a:buNone/>
            </a:pPr>
            <a:r>
              <a:rPr sz="1050" b="1" i="0">
                <a:solidFill>
                  <a:srgbClr val="000000"/>
                </a:solidFill>
                <a:latin typeface="Times New Roman"/>
              </a:rPr>
              <a:t>Boundary check</a:t>
            </a:r>
          </a:p>
          <a:p>
            <a:pPr algn="ctr" marL="0" indent="0">
              <a:spcAft>
                <a:spcPts val="0"/>
              </a:spcAft>
              <a:buNone/>
            </a:pPr>
            <a:r>
              <a:rPr sz="1000" b="0" i="0">
                <a:solidFill>
                  <a:srgbClr val="000000"/>
                </a:solidFill>
                <a:latin typeface="Times New Roman"/>
              </a:rPr>
              <a:t>land mask, then store</a:t>
            </a:r>
          </a:p>
        </p:txBody>
      </p:sp>
      <p:cxnSp>
        <p:nvCxnSpPr>
          <p:cNvPr id="94" name="Connector 93"/>
          <p:cNvCxnSpPr/>
          <p:nvPr/>
        </p:nvCxnSpPr>
        <p:spPr>
          <a:xfrm>
            <a:off x="5294376" y="2761488"/>
            <a:ext cx="228599" cy="0"/>
          </a:xfrm>
          <a:prstGeom prst="line">
            <a:avLst/>
          </a:prstGeom>
          <a:ln w="12700">
            <a:solidFill>
              <a:srgbClr val="000000"/>
            </a:solidFill>
            <a:tailEnd type="triangle" w="med" len="med"/>
          </a:ln>
        </p:spPr>
        <p:style>
          <a:lnRef idx="2">
            <a:schemeClr val="accent1"/>
          </a:lnRef>
          <a:fillRef idx="0">
            <a:schemeClr val="accent1"/>
          </a:fillRef>
          <a:effectRef idx="0">
            <a:schemeClr val="accent1"/>
          </a:effectRef>
          <a:fontRef idx="minor">
            <a:schemeClr val="tx1"/>
          </a:fontRef>
        </p:style>
      </p:cxnSp>
      <p:cxnSp>
        <p:nvCxnSpPr>
          <p:cNvPr id="95" name="Connector 94"/>
          <p:cNvCxnSpPr/>
          <p:nvPr/>
        </p:nvCxnSpPr>
        <p:spPr>
          <a:xfrm flipH="1">
            <a:off x="5294376" y="2999232"/>
            <a:ext cx="228599" cy="0"/>
          </a:xfrm>
          <a:prstGeom prst="line">
            <a:avLst/>
          </a:prstGeom>
          <a:ln w="12700">
            <a:solidFill>
              <a:srgbClr val="000000"/>
            </a:solidFill>
            <a:tailEnd type="triangle" w="med" len="med"/>
          </a:ln>
        </p:spPr>
        <p:style>
          <a:lnRef idx="2">
            <a:schemeClr val="accent1"/>
          </a:lnRef>
          <a:fillRef idx="0">
            <a:schemeClr val="accent1"/>
          </a:fillRef>
          <a:effectRef idx="0">
            <a:schemeClr val="accent1"/>
          </a:effectRef>
          <a:fontRef idx="minor">
            <a:schemeClr val="tx1"/>
          </a:fontRef>
        </p:style>
      </p:cxnSp>
      <p:sp>
        <p:nvSpPr>
          <p:cNvPr id="96" name="TextBox 95"/>
          <p:cNvSpPr txBox="1"/>
          <p:nvPr/>
        </p:nvSpPr>
        <p:spPr>
          <a:xfrm>
            <a:off x="4855464" y="3236976"/>
            <a:ext cx="1106424" cy="182880"/>
          </a:xfrm>
          <a:prstGeom prst="rect">
            <a:avLst/>
          </a:prstGeom>
          <a:noFill/>
        </p:spPr>
        <p:txBody>
          <a:bodyPr wrap="square" lIns="45720" rIns="45720" tIns="36576" bIns="36576" anchor="t">
            <a:spAutoFit/>
          </a:bodyPr>
          <a:lstStyle/>
          <a:p>
            <a:pPr algn="ctr" marL="0" indent="0">
              <a:spcAft>
                <a:spcPts val="0"/>
              </a:spcAft>
              <a:buNone/>
            </a:pPr>
            <a:r>
              <a:rPr sz="950" b="0" i="1">
                <a:solidFill>
                  <a:srgbClr val="1F3864"/>
                </a:solidFill>
                <a:latin typeface="Times New Roman"/>
              </a:rPr>
              <a:t>×4 RK4 stages</a:t>
            </a:r>
          </a:p>
        </p:txBody>
      </p:sp>
      <p:cxnSp>
        <p:nvCxnSpPr>
          <p:cNvPr id="97" name="Connector 96"/>
          <p:cNvCxnSpPr/>
          <p:nvPr/>
        </p:nvCxnSpPr>
        <p:spPr>
          <a:xfrm>
            <a:off x="7918704" y="3246120"/>
            <a:ext cx="0" cy="320040"/>
          </a:xfrm>
          <a:prstGeom prst="line">
            <a:avLst/>
          </a:prstGeom>
          <a:ln w="12700">
            <a:solidFill>
              <a:srgbClr val="000000"/>
            </a:solidFill>
          </a:ln>
        </p:spPr>
        <p:style>
          <a:lnRef idx="2">
            <a:schemeClr val="accent1"/>
          </a:lnRef>
          <a:fillRef idx="0">
            <a:schemeClr val="accent1"/>
          </a:fillRef>
          <a:effectRef idx="0">
            <a:schemeClr val="accent1"/>
          </a:effectRef>
          <a:fontRef idx="minor">
            <a:schemeClr val="tx1"/>
          </a:fontRef>
        </p:style>
      </p:cxnSp>
      <p:cxnSp>
        <p:nvCxnSpPr>
          <p:cNvPr id="98" name="Connector 97"/>
          <p:cNvCxnSpPr/>
          <p:nvPr/>
        </p:nvCxnSpPr>
        <p:spPr>
          <a:xfrm flipH="1">
            <a:off x="1225296" y="3566160"/>
            <a:ext cx="6693408" cy="0"/>
          </a:xfrm>
          <a:prstGeom prst="line">
            <a:avLst/>
          </a:prstGeom>
          <a:ln w="12700">
            <a:solidFill>
              <a:srgbClr val="000000"/>
            </a:solidFill>
          </a:ln>
        </p:spPr>
        <p:style>
          <a:lnRef idx="2">
            <a:schemeClr val="accent1"/>
          </a:lnRef>
          <a:fillRef idx="0">
            <a:schemeClr val="accent1"/>
          </a:fillRef>
          <a:effectRef idx="0">
            <a:schemeClr val="accent1"/>
          </a:effectRef>
          <a:fontRef idx="minor">
            <a:schemeClr val="tx1"/>
          </a:fontRef>
        </p:style>
      </p:cxnSp>
      <p:cxnSp>
        <p:nvCxnSpPr>
          <p:cNvPr id="99" name="Connector 98"/>
          <p:cNvCxnSpPr/>
          <p:nvPr/>
        </p:nvCxnSpPr>
        <p:spPr>
          <a:xfrm flipV="1">
            <a:off x="1225296" y="3255264"/>
            <a:ext cx="0" cy="310896"/>
          </a:xfrm>
          <a:prstGeom prst="line">
            <a:avLst/>
          </a:prstGeom>
          <a:ln w="12700">
            <a:solidFill>
              <a:srgbClr val="000000"/>
            </a:solidFill>
            <a:tailEnd type="triangle" w="med" len="med"/>
          </a:ln>
        </p:spPr>
        <p:style>
          <a:lnRef idx="2">
            <a:schemeClr val="accent1"/>
          </a:lnRef>
          <a:fillRef idx="0">
            <a:schemeClr val="accent1"/>
          </a:fillRef>
          <a:effectRef idx="0">
            <a:schemeClr val="accent1"/>
          </a:effectRef>
          <a:fontRef idx="minor">
            <a:schemeClr val="tx1"/>
          </a:fontRef>
        </p:style>
      </p:cxnSp>
      <p:sp>
        <p:nvSpPr>
          <p:cNvPr id="100" name="Rectangle 99"/>
          <p:cNvSpPr/>
          <p:nvPr/>
        </p:nvSpPr>
        <p:spPr>
          <a:xfrm>
            <a:off x="3108960" y="3456432"/>
            <a:ext cx="2926080" cy="219456"/>
          </a:xfrm>
          <a:prstGeom prst="rect">
            <a:avLst/>
          </a:prstGeom>
          <a:solidFill>
            <a:srgbClr val="F2F2F2"/>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8288" rIns="18288" tIns="18288" bIns="18288"/>
          <a:lstStyle/>
          <a:p>
            <a:pPr algn="ctr" marL="0" indent="0">
              <a:spcAft>
                <a:spcPts val="0"/>
              </a:spcAft>
              <a:buNone/>
            </a:pPr>
            <a:r>
              <a:rPr sz="1000" b="0" i="1">
                <a:solidFill>
                  <a:srgbClr val="000000"/>
                </a:solidFill>
                <a:latin typeface="Times New Roman"/>
              </a:rPr>
              <a:t>advance to t</a:t>
            </a:r>
            <a:r>
              <a:rPr sz="1000" b="0" i="1" baseline="-25000">
                <a:solidFill>
                  <a:srgbClr val="000000"/>
                </a:solidFill>
                <a:latin typeface="Times New Roman"/>
              </a:rPr>
              <a:t>k+1</a:t>
            </a:r>
            <a:r>
              <a:rPr sz="1000" b="0" i="1">
                <a:solidFill>
                  <a:srgbClr val="000000"/>
                </a:solidFill>
                <a:latin typeface="Times New Roman"/>
              </a:rPr>
              <a:t> and repeat until the end time</a:t>
            </a:r>
          </a:p>
        </p:txBody>
      </p:sp>
      <p:cxnSp>
        <p:nvCxnSpPr>
          <p:cNvPr id="101" name="Connector 100"/>
          <p:cNvCxnSpPr/>
          <p:nvPr/>
        </p:nvCxnSpPr>
        <p:spPr>
          <a:xfrm>
            <a:off x="6309360" y="3694176"/>
            <a:ext cx="0" cy="365760"/>
          </a:xfrm>
          <a:prstGeom prst="line">
            <a:avLst/>
          </a:prstGeom>
          <a:ln w="12700">
            <a:solidFill>
              <a:srgbClr val="000000"/>
            </a:solidFill>
            <a:tailEnd type="triangle" w="med" len="med"/>
          </a:ln>
        </p:spPr>
        <p:style>
          <a:lnRef idx="2">
            <a:schemeClr val="accent1"/>
          </a:lnRef>
          <a:fillRef idx="0">
            <a:schemeClr val="accent1"/>
          </a:fillRef>
          <a:effectRef idx="0">
            <a:schemeClr val="accent1"/>
          </a:effectRef>
          <a:fontRef idx="minor">
            <a:schemeClr val="tx1"/>
          </a:fontRef>
        </p:style>
      </p:cxnSp>
      <p:sp>
        <p:nvSpPr>
          <p:cNvPr id="102" name="TextBox 101"/>
          <p:cNvSpPr txBox="1"/>
          <p:nvPr/>
        </p:nvSpPr>
        <p:spPr>
          <a:xfrm>
            <a:off x="384048" y="3849624"/>
            <a:ext cx="3200400" cy="201168"/>
          </a:xfrm>
          <a:prstGeom prst="rect">
            <a:avLst/>
          </a:prstGeom>
          <a:noFill/>
        </p:spPr>
        <p:txBody>
          <a:bodyPr wrap="square" lIns="45720" rIns="45720" tIns="36576" bIns="36576" anchor="t">
            <a:spAutoFit/>
          </a:bodyPr>
          <a:lstStyle/>
          <a:p>
            <a:pPr algn="l" marL="0" indent="0">
              <a:spcAft>
                <a:spcPts val="0"/>
              </a:spcAft>
              <a:buNone/>
            </a:pPr>
            <a:r>
              <a:rPr sz="1050" b="1" i="0">
                <a:solidFill>
                  <a:srgbClr val="000000"/>
                </a:solidFill>
                <a:latin typeface="Times New Roman"/>
              </a:rPr>
              <a:t>C. Evaluation</a:t>
            </a:r>
          </a:p>
        </p:txBody>
      </p:sp>
      <p:sp>
        <p:nvSpPr>
          <p:cNvPr id="103" name="Rectangle 102"/>
          <p:cNvSpPr/>
          <p:nvPr/>
        </p:nvSpPr>
        <p:spPr>
          <a:xfrm>
            <a:off x="384048" y="4078224"/>
            <a:ext cx="3017520" cy="640080"/>
          </a:xfrm>
          <a:prstGeom prst="rect">
            <a:avLst/>
          </a:prstGeom>
          <a:solidFill>
            <a:srgbClr val="FFFFFF"/>
          </a:solidFill>
          <a:ln w="9525">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4" name="TextBox 103"/>
          <p:cNvSpPr txBox="1"/>
          <p:nvPr/>
        </p:nvSpPr>
        <p:spPr>
          <a:xfrm>
            <a:off x="438912" y="4105656"/>
            <a:ext cx="2907792" cy="585215"/>
          </a:xfrm>
          <a:prstGeom prst="rect">
            <a:avLst/>
          </a:prstGeom>
          <a:noFill/>
        </p:spPr>
        <p:txBody>
          <a:bodyPr wrap="square" lIns="45720" rIns="45720" tIns="36576" bIns="36576" anchor="ctr">
            <a:spAutoFit/>
          </a:bodyPr>
          <a:lstStyle/>
          <a:p>
            <a:pPr algn="ctr" marL="0" indent="0">
              <a:spcAft>
                <a:spcPts val="0"/>
              </a:spcAft>
              <a:buNone/>
            </a:pPr>
            <a:r>
              <a:rPr sz="1100" b="1" i="0">
                <a:solidFill>
                  <a:srgbClr val="000000"/>
                </a:solidFill>
                <a:latin typeface="Times New Roman"/>
              </a:rPr>
              <a:t>Serial baseline</a:t>
            </a:r>
          </a:p>
          <a:p>
            <a:pPr algn="ctr" marL="0" indent="0">
              <a:spcAft>
                <a:spcPts val="0"/>
              </a:spcAft>
              <a:buNone/>
            </a:pPr>
            <a:r>
              <a:rPr sz="1000" b="0" i="0">
                <a:solidFill>
                  <a:srgbClr val="000000"/>
                </a:solidFill>
                <a:latin typeface="Times New Roman"/>
              </a:rPr>
              <a:t>Same Steps 3–5 code on one thread: the correctness check and timing reference</a:t>
            </a:r>
          </a:p>
        </p:txBody>
      </p:sp>
      <p:cxnSp>
        <p:nvCxnSpPr>
          <p:cNvPr id="105" name="Connector 104"/>
          <p:cNvCxnSpPr/>
          <p:nvPr/>
        </p:nvCxnSpPr>
        <p:spPr>
          <a:xfrm>
            <a:off x="3447288" y="4398264"/>
            <a:ext cx="621792" cy="0"/>
          </a:xfrm>
          <a:prstGeom prst="line">
            <a:avLst/>
          </a:prstGeom>
          <a:ln w="12700">
            <a:solidFill>
              <a:srgbClr val="000000"/>
            </a:solidFill>
            <a:tailEnd type="triangle" w="med" len="med"/>
          </a:ln>
        </p:spPr>
        <p:style>
          <a:lnRef idx="2">
            <a:schemeClr val="accent1"/>
          </a:lnRef>
          <a:fillRef idx="0">
            <a:schemeClr val="accent1"/>
          </a:fillRef>
          <a:effectRef idx="0">
            <a:schemeClr val="accent1"/>
          </a:effectRef>
          <a:fontRef idx="minor">
            <a:schemeClr val="tx1"/>
          </a:fontRef>
        </p:style>
      </p:cxnSp>
      <p:sp>
        <p:nvSpPr>
          <p:cNvPr id="106" name="Rectangle 105"/>
          <p:cNvSpPr/>
          <p:nvPr/>
        </p:nvSpPr>
        <p:spPr>
          <a:xfrm>
            <a:off x="4114800" y="4078224"/>
            <a:ext cx="4645152" cy="640080"/>
          </a:xfrm>
          <a:prstGeom prst="rect">
            <a:avLst/>
          </a:prstGeom>
          <a:solidFill>
            <a:srgbClr val="FFFFFF"/>
          </a:solidFill>
          <a:ln w="19050">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7" name="TextBox 106"/>
          <p:cNvSpPr txBox="1"/>
          <p:nvPr/>
        </p:nvSpPr>
        <p:spPr>
          <a:xfrm>
            <a:off x="4169663" y="4105656"/>
            <a:ext cx="4535424" cy="585215"/>
          </a:xfrm>
          <a:prstGeom prst="rect">
            <a:avLst/>
          </a:prstGeom>
          <a:noFill/>
        </p:spPr>
        <p:txBody>
          <a:bodyPr wrap="square" lIns="45720" rIns="45720" tIns="36576" bIns="36576" anchor="ctr">
            <a:spAutoFit/>
          </a:bodyPr>
          <a:lstStyle/>
          <a:p>
            <a:pPr algn="ctr" marL="0" indent="0">
              <a:spcAft>
                <a:spcPts val="0"/>
              </a:spcAft>
              <a:buNone/>
            </a:pPr>
            <a:r>
              <a:rPr sz="1100" b="1" i="0">
                <a:solidFill>
                  <a:srgbClr val="000000"/>
                </a:solidFill>
                <a:latin typeface="Times New Roman"/>
              </a:rPr>
              <a:t>Measure and compare</a:t>
            </a:r>
          </a:p>
          <a:p>
            <a:pPr algn="ctr" marL="0" indent="0">
              <a:spcAft>
                <a:spcPts val="0"/>
              </a:spcAft>
              <a:buNone/>
            </a:pPr>
            <a:r>
              <a:rPr sz="1000" b="0" i="0">
                <a:solidFill>
                  <a:srgbClr val="000000"/>
                </a:solidFill>
                <a:latin typeface="Times New Roman"/>
              </a:rPr>
              <a:t>Wall-clock time, per-thread busy time, particle throughput,</a:t>
            </a:r>
          </a:p>
          <a:p>
            <a:pPr algn="ctr" marL="0" indent="0">
              <a:spcAft>
                <a:spcPts val="0"/>
              </a:spcAft>
              <a:buNone/>
            </a:pPr>
            <a:r>
              <a:rPr sz="1000" b="0" i="0">
                <a:solidFill>
                  <a:srgbClr val="000000"/>
                </a:solidFill>
                <a:latin typeface="Times New Roman"/>
              </a:rPr>
              <a:t>cache misses and bandwidth (perf stat), position drift vs. serial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66" name="Google Shape;66;p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latin typeface="Times New Roman"/>
              </a:rPr>
              <a:t>How This Differs from Existing Solutions</a:t>
            </a:r>
            <a:endParaRPr/>
          </a:p>
        </p:txBody>
      </p:sp>
      <p:graphicFrame>
        <p:nvGraphicFramePr>
          <p:cNvPr id="67" name="Table 66"/>
          <p:cNvGraphicFramePr>
            <a:graphicFrameLocks noGrp="1"/>
          </p:cNvGraphicFramePr>
          <p:nvPr/>
        </p:nvGraphicFramePr>
        <p:xfrm>
          <a:off x="384048" y="1024128"/>
          <a:ext cx="8375904" cy="2743200"/>
        </p:xfrm>
        <a:graphic>
          <a:graphicData uri="http://schemas.openxmlformats.org/drawingml/2006/table">
            <a:tbl>
              <a:tblPr firstRow="0" bandRow="0">
                <a:tableStyleId>{2D5ABB26-0587-4C30-8999-92F81FD0307C}</a:tableStyleId>
              </a:tblPr>
              <a:tblGrid>
                <a:gridCol w="1371600"/>
                <a:gridCol w="2240280"/>
                <a:gridCol w="2331720"/>
                <a:gridCol w="2432304"/>
              </a:tblGrid>
              <a:tr h="548640">
                <a:tc>
                  <a:txBody>
                    <a:bodyPr/>
                    <a:lstStyle/>
                    <a:p>
                      <a:pPr algn="l" marL="0" indent="0">
                        <a:spcAft>
                          <a:spcPts val="0"/>
                        </a:spcAft>
                        <a:buNone/>
                      </a:pPr>
                      <a:r>
                        <a:rPr sz="1100" b="1" i="0">
                          <a:solidFill>
                            <a:srgbClr val="000000"/>
                          </a:solidFill>
                          <a:latin typeface="Times New Roman"/>
                        </a:rPr>
                        <a:t/>
                      </a:r>
                    </a:p>
                  </a:txBody>
                  <a:tcPr marL="73152" marR="73152" marT="27432" marB="27432" anchor="ctr">
                    <a:lnL w="9525">
                      <a:solidFill>
                        <a:srgbClr val="7F7F7F"/>
                      </a:solidFill>
                    </a:lnL>
                    <a:lnR w="9525">
                      <a:solidFill>
                        <a:srgbClr val="7F7F7F"/>
                      </a:solidFill>
                    </a:lnR>
                    <a:lnT w="9525">
                      <a:solidFill>
                        <a:srgbClr val="7F7F7F"/>
                      </a:solidFill>
                    </a:lnT>
                    <a:lnB w="9525">
                      <a:solidFill>
                        <a:srgbClr val="7F7F7F"/>
                      </a:solidFill>
                    </a:lnB>
                    <a:solidFill>
                      <a:srgbClr val="F2F2F2"/>
                    </a:solidFill>
                  </a:tcPr>
                </a:tc>
                <a:tc>
                  <a:txBody>
                    <a:bodyPr/>
                    <a:lstStyle/>
                    <a:p>
                      <a:pPr algn="l" marL="0" indent="0">
                        <a:spcAft>
                          <a:spcPts val="0"/>
                        </a:spcAft>
                        <a:buNone/>
                      </a:pPr>
                      <a:r>
                        <a:rPr sz="1150" b="1" i="0">
                          <a:solidFill>
                            <a:srgbClr val="000000"/>
                          </a:solidFill>
                          <a:latin typeface="Times New Roman"/>
                        </a:rPr>
                        <a:t>Serial advection</a:t>
                      </a:r>
                    </a:p>
                    <a:p>
                      <a:pPr algn="l" marL="0" indent="0">
                        <a:spcAft>
                          <a:spcPts val="0"/>
                        </a:spcAft>
                        <a:buNone/>
                      </a:pPr>
                      <a:r>
                        <a:rPr sz="1000" b="0" i="1">
                          <a:solidFill>
                            <a:srgbClr val="000000"/>
                          </a:solidFill>
                          <a:latin typeface="Times New Roman"/>
                        </a:rPr>
                        <a:t>the usual starting point</a:t>
                      </a:r>
                    </a:p>
                  </a:txBody>
                  <a:tcPr marL="73152" marR="73152" marT="27432" marB="27432" anchor="ctr">
                    <a:lnL w="9525">
                      <a:solidFill>
                        <a:srgbClr val="7F7F7F"/>
                      </a:solidFill>
                    </a:lnL>
                    <a:lnR w="9525">
                      <a:solidFill>
                        <a:srgbClr val="7F7F7F"/>
                      </a:solidFill>
                    </a:lnR>
                    <a:lnT w="9525">
                      <a:solidFill>
                        <a:srgbClr val="7F7F7F"/>
                      </a:solidFill>
                    </a:lnT>
                    <a:lnB w="9525">
                      <a:solidFill>
                        <a:srgbClr val="7F7F7F"/>
                      </a:solidFill>
                    </a:lnB>
                    <a:solidFill>
                      <a:srgbClr val="F2F2F2"/>
                    </a:solidFill>
                  </a:tcPr>
                </a:tc>
                <a:tc>
                  <a:txBody>
                    <a:bodyPr/>
                    <a:lstStyle/>
                    <a:p>
                      <a:pPr algn="l" marL="0" indent="0">
                        <a:spcAft>
                          <a:spcPts val="0"/>
                        </a:spcAft>
                        <a:buNone/>
                      </a:pPr>
                      <a:r>
                        <a:rPr sz="1150" b="1" i="0">
                          <a:solidFill>
                            <a:srgbClr val="000000"/>
                          </a:solidFill>
                          <a:latin typeface="Times New Roman"/>
                        </a:rPr>
                        <a:t>Framework-based tracking</a:t>
                      </a:r>
                    </a:p>
                    <a:p>
                      <a:pPr algn="l" marL="0" indent="0">
                        <a:spcAft>
                          <a:spcPts val="0"/>
                        </a:spcAft>
                        <a:buNone/>
                      </a:pPr>
                      <a:r>
                        <a:rPr sz="1000" b="0" i="1">
                          <a:solidFill>
                            <a:srgbClr val="000000"/>
                          </a:solidFill>
                          <a:latin typeface="Times New Roman"/>
                        </a:rPr>
                        <a:t>typical general-purpose tools</a:t>
                      </a:r>
                    </a:p>
                  </a:txBody>
                  <a:tcPr marL="73152" marR="73152" marT="27432" marB="27432" anchor="ctr">
                    <a:lnL w="9525">
                      <a:solidFill>
                        <a:srgbClr val="7F7F7F"/>
                      </a:solidFill>
                    </a:lnL>
                    <a:lnR w="9525">
                      <a:solidFill>
                        <a:srgbClr val="7F7F7F"/>
                      </a:solidFill>
                    </a:lnR>
                    <a:lnT w="9525">
                      <a:solidFill>
                        <a:srgbClr val="7F7F7F"/>
                      </a:solidFill>
                    </a:lnT>
                    <a:lnB w="9525">
                      <a:solidFill>
                        <a:srgbClr val="7F7F7F"/>
                      </a:solidFill>
                    </a:lnB>
                    <a:solidFill>
                      <a:srgbClr val="F2F2F2"/>
                    </a:solidFill>
                  </a:tcPr>
                </a:tc>
                <a:tc>
                  <a:txBody>
                    <a:bodyPr/>
                    <a:lstStyle/>
                    <a:p>
                      <a:pPr algn="l" marL="0" indent="0">
                        <a:spcAft>
                          <a:spcPts val="0"/>
                        </a:spcAft>
                        <a:buNone/>
                      </a:pPr>
                      <a:r>
                        <a:rPr sz="1150" b="1" i="0">
                          <a:solidFill>
                            <a:srgbClr val="000000"/>
                          </a:solidFill>
                          <a:latin typeface="Times New Roman"/>
                        </a:rPr>
                        <a:t>Our approach</a:t>
                      </a:r>
                    </a:p>
                    <a:p>
                      <a:pPr algn="l" marL="0" indent="0">
                        <a:spcAft>
                          <a:spcPts val="0"/>
                        </a:spcAft>
                        <a:buNone/>
                      </a:pPr>
                      <a:r>
                        <a:rPr sz="1000" b="0" i="1">
                          <a:solidFill>
                            <a:srgbClr val="000000"/>
                          </a:solidFill>
                          <a:latin typeface="Times New Roman"/>
                        </a:rPr>
                        <a:t>OpenMP advection kernel</a:t>
                      </a:r>
                    </a:p>
                  </a:txBody>
                  <a:tcPr marL="73152" marR="73152" marT="27432" marB="27432" anchor="ctr">
                    <a:lnL w="9525">
                      <a:solidFill>
                        <a:srgbClr val="7F7F7F"/>
                      </a:solidFill>
                    </a:lnL>
                    <a:lnR w="9525">
                      <a:solidFill>
                        <a:srgbClr val="7F7F7F"/>
                      </a:solidFill>
                    </a:lnR>
                    <a:lnT w="9525">
                      <a:solidFill>
                        <a:srgbClr val="7F7F7F"/>
                      </a:solidFill>
                    </a:lnT>
                    <a:lnB w="9525">
                      <a:solidFill>
                        <a:srgbClr val="7F7F7F"/>
                      </a:solidFill>
                    </a:lnB>
                    <a:solidFill>
                      <a:srgbClr val="BDD7EE"/>
                    </a:solidFill>
                  </a:tcPr>
                </a:tc>
              </a:tr>
              <a:tr h="548640">
                <a:tc>
                  <a:txBody>
                    <a:bodyPr/>
                    <a:lstStyle/>
                    <a:p>
                      <a:pPr algn="l" marL="0" indent="0">
                        <a:spcAft>
                          <a:spcPts val="0"/>
                        </a:spcAft>
                        <a:buNone/>
                      </a:pPr>
                      <a:r>
                        <a:rPr sz="1100" b="1" i="0">
                          <a:solidFill>
                            <a:srgbClr val="000000"/>
                          </a:solidFill>
                          <a:latin typeface="Times New Roman"/>
                        </a:rPr>
                        <a:t>Execution</a:t>
                      </a:r>
                    </a:p>
                  </a:txBody>
                  <a:tcPr marL="73152" marR="73152" marT="27432" marB="27432" anchor="ctr">
                    <a:lnL w="9525">
                      <a:solidFill>
                        <a:srgbClr val="7F7F7F"/>
                      </a:solidFill>
                    </a:lnL>
                    <a:lnR w="9525">
                      <a:solidFill>
                        <a:srgbClr val="7F7F7F"/>
                      </a:solidFill>
                    </a:lnR>
                    <a:lnT w="9525">
                      <a:solidFill>
                        <a:srgbClr val="7F7F7F"/>
                      </a:solidFill>
                    </a:lnT>
                    <a:lnB w="9525">
                      <a:solidFill>
                        <a:srgbClr val="7F7F7F"/>
                      </a:solidFill>
                    </a:lnB>
                    <a:solidFill>
                      <a:srgbClr val="FFFFFF"/>
                    </a:solidFill>
                  </a:tcPr>
                </a:tc>
                <a:tc>
                  <a:txBody>
                    <a:bodyPr/>
                    <a:lstStyle/>
                    <a:p>
                      <a:pPr algn="l" marL="0" indent="0">
                        <a:spcAft>
                          <a:spcPts val="0"/>
                        </a:spcAft>
                        <a:buNone/>
                      </a:pPr>
                      <a:r>
                        <a:rPr sz="1100" b="0" i="0">
                          <a:solidFill>
                            <a:srgbClr val="000000"/>
                          </a:solidFill>
                          <a:latin typeface="Times New Roman"/>
                        </a:rPr>
                        <a:t>One core; runtime grows linearly with particle count</a:t>
                      </a:r>
                    </a:p>
                  </a:txBody>
                  <a:tcPr marL="73152" marR="73152" marT="27432" marB="27432" anchor="ctr">
                    <a:lnL w="9525">
                      <a:solidFill>
                        <a:srgbClr val="7F7F7F"/>
                      </a:solidFill>
                    </a:lnL>
                    <a:lnR w="9525">
                      <a:solidFill>
                        <a:srgbClr val="7F7F7F"/>
                      </a:solidFill>
                    </a:lnR>
                    <a:lnT w="9525">
                      <a:solidFill>
                        <a:srgbClr val="7F7F7F"/>
                      </a:solidFill>
                    </a:lnT>
                    <a:lnB w="9525">
                      <a:solidFill>
                        <a:srgbClr val="7F7F7F"/>
                      </a:solidFill>
                    </a:lnB>
                    <a:solidFill>
                      <a:srgbClr val="FFFFFF"/>
                    </a:solidFill>
                  </a:tcPr>
                </a:tc>
                <a:tc>
                  <a:txBody>
                    <a:bodyPr/>
                    <a:lstStyle/>
                    <a:p>
                      <a:pPr algn="l" marL="0" indent="0">
                        <a:spcAft>
                          <a:spcPts val="0"/>
                        </a:spcAft>
                        <a:buNone/>
                      </a:pPr>
                      <a:r>
                        <a:rPr sz="1100" b="0" i="0">
                          <a:solidFill>
                            <a:srgbClr val="000000"/>
                          </a:solidFill>
                          <a:latin typeface="Times New Roman"/>
                        </a:rPr>
                        <a:t>Kernel sits inside a larger simulation framework</a:t>
                      </a:r>
                    </a:p>
                  </a:txBody>
                  <a:tcPr marL="73152" marR="73152" marT="27432" marB="27432" anchor="ctr">
                    <a:lnL w="9525">
                      <a:solidFill>
                        <a:srgbClr val="7F7F7F"/>
                      </a:solidFill>
                    </a:lnL>
                    <a:lnR w="9525">
                      <a:solidFill>
                        <a:srgbClr val="7F7F7F"/>
                      </a:solidFill>
                    </a:lnR>
                    <a:lnT w="9525">
                      <a:solidFill>
                        <a:srgbClr val="7F7F7F"/>
                      </a:solidFill>
                    </a:lnT>
                    <a:lnB w="9525">
                      <a:solidFill>
                        <a:srgbClr val="7F7F7F"/>
                      </a:solidFill>
                    </a:lnB>
                    <a:solidFill>
                      <a:srgbClr val="FFFFFF"/>
                    </a:solidFill>
                  </a:tcPr>
                </a:tc>
                <a:tc>
                  <a:txBody>
                    <a:bodyPr/>
                    <a:lstStyle/>
                    <a:p>
                      <a:pPr algn="l" marL="0" indent="0">
                        <a:spcAft>
                          <a:spcPts val="0"/>
                        </a:spcAft>
                        <a:buNone/>
                      </a:pPr>
                      <a:r>
                        <a:rPr sz="1100" b="0" i="0">
                          <a:solidFill>
                            <a:srgbClr val="000000"/>
                          </a:solidFill>
                          <a:latin typeface="Times New Roman"/>
                        </a:rPr>
                        <a:t>All cores; particles are split across threads with no locks</a:t>
                      </a:r>
                    </a:p>
                  </a:txBody>
                  <a:tcPr marL="73152" marR="73152" marT="27432" marB="27432" anchor="ctr">
                    <a:lnL w="9525">
                      <a:solidFill>
                        <a:srgbClr val="7F7F7F"/>
                      </a:solidFill>
                    </a:lnL>
                    <a:lnR w="9525">
                      <a:solidFill>
                        <a:srgbClr val="7F7F7F"/>
                      </a:solidFill>
                    </a:lnR>
                    <a:lnT w="9525">
                      <a:solidFill>
                        <a:srgbClr val="7F7F7F"/>
                      </a:solidFill>
                    </a:lnT>
                    <a:lnB w="9525">
                      <a:solidFill>
                        <a:srgbClr val="7F7F7F"/>
                      </a:solidFill>
                    </a:lnB>
                    <a:solidFill>
                      <a:srgbClr val="DEEAF6"/>
                    </a:solidFill>
                  </a:tcPr>
                </a:tc>
              </a:tr>
              <a:tr h="548640">
                <a:tc>
                  <a:txBody>
                    <a:bodyPr/>
                    <a:lstStyle/>
                    <a:p>
                      <a:pPr algn="l" marL="0" indent="0">
                        <a:spcAft>
                          <a:spcPts val="0"/>
                        </a:spcAft>
                        <a:buNone/>
                      </a:pPr>
                      <a:r>
                        <a:rPr sz="1100" b="1" i="0">
                          <a:solidFill>
                            <a:srgbClr val="000000"/>
                          </a:solidFill>
                          <a:latin typeface="Times New Roman"/>
                        </a:rPr>
                        <a:t>Scheduling</a:t>
                      </a:r>
                    </a:p>
                  </a:txBody>
                  <a:tcPr marL="73152" marR="73152" marT="27432" marB="27432" anchor="ctr">
                    <a:lnL w="9525">
                      <a:solidFill>
                        <a:srgbClr val="7F7F7F"/>
                      </a:solidFill>
                    </a:lnL>
                    <a:lnR w="9525">
                      <a:solidFill>
                        <a:srgbClr val="7F7F7F"/>
                      </a:solidFill>
                    </a:lnR>
                    <a:lnT w="9525">
                      <a:solidFill>
                        <a:srgbClr val="7F7F7F"/>
                      </a:solidFill>
                    </a:lnT>
                    <a:lnB w="9525">
                      <a:solidFill>
                        <a:srgbClr val="7F7F7F"/>
                      </a:solidFill>
                    </a:lnB>
                    <a:solidFill>
                      <a:srgbClr val="FFFFFF"/>
                    </a:solidFill>
                  </a:tcPr>
                </a:tc>
                <a:tc>
                  <a:txBody>
                    <a:bodyPr/>
                    <a:lstStyle/>
                    <a:p>
                      <a:pPr algn="l" marL="0" indent="0">
                        <a:spcAft>
                          <a:spcPts val="0"/>
                        </a:spcAft>
                        <a:buNone/>
                      </a:pPr>
                      <a:r>
                        <a:rPr sz="1100" b="0" i="0">
                          <a:solidFill>
                            <a:srgbClr val="000000"/>
                          </a:solidFill>
                          <a:latin typeface="Times New Roman"/>
                        </a:rPr>
                        <a:t>Not applicable</a:t>
                      </a:r>
                    </a:p>
                  </a:txBody>
                  <a:tcPr marL="73152" marR="73152" marT="27432" marB="27432" anchor="ctr">
                    <a:lnL w="9525">
                      <a:solidFill>
                        <a:srgbClr val="7F7F7F"/>
                      </a:solidFill>
                    </a:lnL>
                    <a:lnR w="9525">
                      <a:solidFill>
                        <a:srgbClr val="7F7F7F"/>
                      </a:solidFill>
                    </a:lnR>
                    <a:lnT w="9525">
                      <a:solidFill>
                        <a:srgbClr val="7F7F7F"/>
                      </a:solidFill>
                    </a:lnT>
                    <a:lnB w="9525">
                      <a:solidFill>
                        <a:srgbClr val="7F7F7F"/>
                      </a:solidFill>
                    </a:lnB>
                    <a:solidFill>
                      <a:srgbClr val="FFFFFF"/>
                    </a:solidFill>
                  </a:tcPr>
                </a:tc>
                <a:tc>
                  <a:txBody>
                    <a:bodyPr/>
                    <a:lstStyle/>
                    <a:p>
                      <a:pPr algn="l" marL="0" indent="0">
                        <a:spcAft>
                          <a:spcPts val="0"/>
                        </a:spcAft>
                        <a:buNone/>
                      </a:pPr>
                      <a:r>
                        <a:rPr sz="1100" b="0" i="0">
                          <a:solidFill>
                            <a:srgbClr val="000000"/>
                          </a:solidFill>
                          <a:latin typeface="Times New Roman"/>
                        </a:rPr>
                        <a:t>Usually fixed by the tool</a:t>
                      </a:r>
                    </a:p>
                  </a:txBody>
                  <a:tcPr marL="73152" marR="73152" marT="27432" marB="27432" anchor="ctr">
                    <a:lnL w="9525">
                      <a:solidFill>
                        <a:srgbClr val="7F7F7F"/>
                      </a:solidFill>
                    </a:lnL>
                    <a:lnR w="9525">
                      <a:solidFill>
                        <a:srgbClr val="7F7F7F"/>
                      </a:solidFill>
                    </a:lnR>
                    <a:lnT w="9525">
                      <a:solidFill>
                        <a:srgbClr val="7F7F7F"/>
                      </a:solidFill>
                    </a:lnT>
                    <a:lnB w="9525">
                      <a:solidFill>
                        <a:srgbClr val="7F7F7F"/>
                      </a:solidFill>
                    </a:lnB>
                    <a:solidFill>
                      <a:srgbClr val="FFFFFF"/>
                    </a:solidFill>
                  </a:tcPr>
                </a:tc>
                <a:tc>
                  <a:txBody>
                    <a:bodyPr/>
                    <a:lstStyle/>
                    <a:p>
                      <a:pPr algn="l" marL="0" indent="0">
                        <a:spcAft>
                          <a:spcPts val="0"/>
                        </a:spcAft>
                        <a:buNone/>
                      </a:pPr>
                      <a:r>
                        <a:rPr sz="1100" b="0" i="0">
                          <a:solidFill>
                            <a:srgbClr val="000000"/>
                          </a:solidFill>
                          <a:latin typeface="Times New Roman"/>
                        </a:rPr>
                        <a:t>We compare static, dynamic and guided</a:t>
                      </a:r>
                    </a:p>
                  </a:txBody>
                  <a:tcPr marL="73152" marR="73152" marT="27432" marB="27432" anchor="ctr">
                    <a:lnL w="9525">
                      <a:solidFill>
                        <a:srgbClr val="7F7F7F"/>
                      </a:solidFill>
                    </a:lnL>
                    <a:lnR w="9525">
                      <a:solidFill>
                        <a:srgbClr val="7F7F7F"/>
                      </a:solidFill>
                    </a:lnR>
                    <a:lnT w="9525">
                      <a:solidFill>
                        <a:srgbClr val="7F7F7F"/>
                      </a:solidFill>
                    </a:lnT>
                    <a:lnB w="9525">
                      <a:solidFill>
                        <a:srgbClr val="7F7F7F"/>
                      </a:solidFill>
                    </a:lnB>
                    <a:solidFill>
                      <a:srgbClr val="DEEAF6"/>
                    </a:solidFill>
                  </a:tcPr>
                </a:tc>
              </a:tr>
              <a:tr h="548640">
                <a:tc>
                  <a:txBody>
                    <a:bodyPr/>
                    <a:lstStyle/>
                    <a:p>
                      <a:pPr algn="l" marL="0" indent="0">
                        <a:spcAft>
                          <a:spcPts val="0"/>
                        </a:spcAft>
                        <a:buNone/>
                      </a:pPr>
                      <a:r>
                        <a:rPr sz="1100" b="1" i="0">
                          <a:solidFill>
                            <a:srgbClr val="000000"/>
                          </a:solidFill>
                          <a:latin typeface="Times New Roman"/>
                        </a:rPr>
                        <a:t>Data layout</a:t>
                      </a:r>
                    </a:p>
                  </a:txBody>
                  <a:tcPr marL="73152" marR="73152" marT="27432" marB="27432" anchor="ctr">
                    <a:lnL w="9525">
                      <a:solidFill>
                        <a:srgbClr val="7F7F7F"/>
                      </a:solidFill>
                    </a:lnL>
                    <a:lnR w="9525">
                      <a:solidFill>
                        <a:srgbClr val="7F7F7F"/>
                      </a:solidFill>
                    </a:lnR>
                    <a:lnT w="9525">
                      <a:solidFill>
                        <a:srgbClr val="7F7F7F"/>
                      </a:solidFill>
                    </a:lnT>
                    <a:lnB w="9525">
                      <a:solidFill>
                        <a:srgbClr val="7F7F7F"/>
                      </a:solidFill>
                    </a:lnB>
                    <a:solidFill>
                      <a:srgbClr val="FFFFFF"/>
                    </a:solidFill>
                  </a:tcPr>
                </a:tc>
                <a:tc>
                  <a:txBody>
                    <a:bodyPr/>
                    <a:lstStyle/>
                    <a:p>
                      <a:pPr algn="l" marL="0" indent="0">
                        <a:spcAft>
                          <a:spcPts val="0"/>
                        </a:spcAft>
                        <a:buNone/>
                      </a:pPr>
                      <a:r>
                        <a:rPr sz="1100" b="0" i="0">
                          <a:solidFill>
                            <a:srgbClr val="000000"/>
                          </a:solidFill>
                          <a:latin typeface="Times New Roman"/>
                        </a:rPr>
                        <a:t>Whatever the code happens to use</a:t>
                      </a:r>
                    </a:p>
                  </a:txBody>
                  <a:tcPr marL="73152" marR="73152" marT="27432" marB="27432" anchor="ctr">
                    <a:lnL w="9525">
                      <a:solidFill>
                        <a:srgbClr val="7F7F7F"/>
                      </a:solidFill>
                    </a:lnL>
                    <a:lnR w="9525">
                      <a:solidFill>
                        <a:srgbClr val="7F7F7F"/>
                      </a:solidFill>
                    </a:lnR>
                    <a:lnT w="9525">
                      <a:solidFill>
                        <a:srgbClr val="7F7F7F"/>
                      </a:solidFill>
                    </a:lnT>
                    <a:lnB w="9525">
                      <a:solidFill>
                        <a:srgbClr val="7F7F7F"/>
                      </a:solidFill>
                    </a:lnB>
                    <a:solidFill>
                      <a:srgbClr val="FFFFFF"/>
                    </a:solidFill>
                  </a:tcPr>
                </a:tc>
                <a:tc>
                  <a:txBody>
                    <a:bodyPr/>
                    <a:lstStyle/>
                    <a:p>
                      <a:pPr algn="l" marL="0" indent="0">
                        <a:spcAft>
                          <a:spcPts val="0"/>
                        </a:spcAft>
                        <a:buNone/>
                      </a:pPr>
                      <a:r>
                        <a:rPr sz="1100" b="0" i="0">
                          <a:solidFill>
                            <a:srgbClr val="000000"/>
                          </a:solidFill>
                          <a:latin typeface="Times New Roman"/>
                        </a:rPr>
                        <a:t>Usually fixed by the tool</a:t>
                      </a:r>
                    </a:p>
                  </a:txBody>
                  <a:tcPr marL="73152" marR="73152" marT="27432" marB="27432" anchor="ctr">
                    <a:lnL w="9525">
                      <a:solidFill>
                        <a:srgbClr val="7F7F7F"/>
                      </a:solidFill>
                    </a:lnL>
                    <a:lnR w="9525">
                      <a:solidFill>
                        <a:srgbClr val="7F7F7F"/>
                      </a:solidFill>
                    </a:lnR>
                    <a:lnT w="9525">
                      <a:solidFill>
                        <a:srgbClr val="7F7F7F"/>
                      </a:solidFill>
                    </a:lnT>
                    <a:lnB w="9525">
                      <a:solidFill>
                        <a:srgbClr val="7F7F7F"/>
                      </a:solidFill>
                    </a:lnB>
                    <a:solidFill>
                      <a:srgbClr val="FFFFFF"/>
                    </a:solidFill>
                  </a:tcPr>
                </a:tc>
                <a:tc>
                  <a:txBody>
                    <a:bodyPr/>
                    <a:lstStyle/>
                    <a:p>
                      <a:pPr algn="l" marL="0" indent="0">
                        <a:spcAft>
                          <a:spcPts val="0"/>
                        </a:spcAft>
                        <a:buNone/>
                      </a:pPr>
                      <a:r>
                        <a:rPr sz="1100" b="0" i="0">
                          <a:solidFill>
                            <a:srgbClr val="000000"/>
                          </a:solidFill>
                          <a:latin typeface="Times New Roman"/>
                        </a:rPr>
                        <a:t>We compare SoA and AoS</a:t>
                      </a:r>
                    </a:p>
                  </a:txBody>
                  <a:tcPr marL="73152" marR="73152" marT="27432" marB="27432" anchor="ctr">
                    <a:lnL w="9525">
                      <a:solidFill>
                        <a:srgbClr val="7F7F7F"/>
                      </a:solidFill>
                    </a:lnL>
                    <a:lnR w="9525">
                      <a:solidFill>
                        <a:srgbClr val="7F7F7F"/>
                      </a:solidFill>
                    </a:lnR>
                    <a:lnT w="9525">
                      <a:solidFill>
                        <a:srgbClr val="7F7F7F"/>
                      </a:solidFill>
                    </a:lnT>
                    <a:lnB w="9525">
                      <a:solidFill>
                        <a:srgbClr val="7F7F7F"/>
                      </a:solidFill>
                    </a:lnB>
                    <a:solidFill>
                      <a:srgbClr val="DEEAF6"/>
                    </a:solidFill>
                  </a:tcPr>
                </a:tc>
              </a:tr>
              <a:tr h="548640">
                <a:tc>
                  <a:txBody>
                    <a:bodyPr/>
                    <a:lstStyle/>
                    <a:p>
                      <a:pPr algn="l" marL="0" indent="0">
                        <a:spcAft>
                          <a:spcPts val="0"/>
                        </a:spcAft>
                        <a:buNone/>
                      </a:pPr>
                      <a:r>
                        <a:rPr sz="1100" b="1" i="0">
                          <a:solidFill>
                            <a:srgbClr val="000000"/>
                          </a:solidFill>
                          <a:latin typeface="Times New Roman"/>
                        </a:rPr>
                        <a:t>What gets measured</a:t>
                      </a:r>
                    </a:p>
                  </a:txBody>
                  <a:tcPr marL="73152" marR="73152" marT="27432" marB="27432" anchor="ctr">
                    <a:lnL w="9525">
                      <a:solidFill>
                        <a:srgbClr val="7F7F7F"/>
                      </a:solidFill>
                    </a:lnL>
                    <a:lnR w="9525">
                      <a:solidFill>
                        <a:srgbClr val="7F7F7F"/>
                      </a:solidFill>
                    </a:lnR>
                    <a:lnT w="9525">
                      <a:solidFill>
                        <a:srgbClr val="7F7F7F"/>
                      </a:solidFill>
                    </a:lnT>
                    <a:lnB w="9525">
                      <a:solidFill>
                        <a:srgbClr val="7F7F7F"/>
                      </a:solidFill>
                    </a:lnB>
                    <a:solidFill>
                      <a:srgbClr val="FFFFFF"/>
                    </a:solidFill>
                  </a:tcPr>
                </a:tc>
                <a:tc>
                  <a:txBody>
                    <a:bodyPr/>
                    <a:lstStyle/>
                    <a:p>
                      <a:pPr algn="l" marL="0" indent="0">
                        <a:spcAft>
                          <a:spcPts val="0"/>
                        </a:spcAft>
                        <a:buNone/>
                      </a:pPr>
                      <a:r>
                        <a:rPr sz="1100" b="0" i="0">
                          <a:solidFill>
                            <a:srgbClr val="000000"/>
                          </a:solidFill>
                          <a:latin typeface="Times New Roman"/>
                        </a:rPr>
                        <a:t>Only total runtime</a:t>
                      </a:r>
                    </a:p>
                  </a:txBody>
                  <a:tcPr marL="73152" marR="73152" marT="27432" marB="27432" anchor="ctr">
                    <a:lnL w="9525">
                      <a:solidFill>
                        <a:srgbClr val="7F7F7F"/>
                      </a:solidFill>
                    </a:lnL>
                    <a:lnR w="9525">
                      <a:solidFill>
                        <a:srgbClr val="7F7F7F"/>
                      </a:solidFill>
                    </a:lnR>
                    <a:lnT w="9525">
                      <a:solidFill>
                        <a:srgbClr val="7F7F7F"/>
                      </a:solidFill>
                    </a:lnT>
                    <a:lnB w="9525">
                      <a:solidFill>
                        <a:srgbClr val="7F7F7F"/>
                      </a:solidFill>
                    </a:lnB>
                    <a:solidFill>
                      <a:srgbClr val="FFFFFF"/>
                    </a:solidFill>
                  </a:tcPr>
                </a:tc>
                <a:tc>
                  <a:txBody>
                    <a:bodyPr/>
                    <a:lstStyle/>
                    <a:p>
                      <a:pPr algn="l" marL="0" indent="0">
                        <a:spcAft>
                          <a:spcPts val="0"/>
                        </a:spcAft>
                        <a:buNone/>
                      </a:pPr>
                      <a:r>
                        <a:rPr sz="1100" b="0" i="0">
                          <a:solidFill>
                            <a:srgbClr val="000000"/>
                          </a:solidFill>
                          <a:latin typeface="Times New Roman"/>
                        </a:rPr>
                        <a:t>Kernel time mixed with I/O and framework overhead</a:t>
                      </a:r>
                    </a:p>
                  </a:txBody>
                  <a:tcPr marL="73152" marR="73152" marT="27432" marB="27432" anchor="ctr">
                    <a:lnL w="9525">
                      <a:solidFill>
                        <a:srgbClr val="7F7F7F"/>
                      </a:solidFill>
                    </a:lnL>
                    <a:lnR w="9525">
                      <a:solidFill>
                        <a:srgbClr val="7F7F7F"/>
                      </a:solidFill>
                    </a:lnR>
                    <a:lnT w="9525">
                      <a:solidFill>
                        <a:srgbClr val="7F7F7F"/>
                      </a:solidFill>
                    </a:lnT>
                    <a:lnB w="9525">
                      <a:solidFill>
                        <a:srgbClr val="7F7F7F"/>
                      </a:solidFill>
                    </a:lnB>
                    <a:solidFill>
                      <a:srgbClr val="FFFFFF"/>
                    </a:solidFill>
                  </a:tcPr>
                </a:tc>
                <a:tc>
                  <a:txBody>
                    <a:bodyPr/>
                    <a:lstStyle/>
                    <a:p>
                      <a:pPr algn="l" marL="0" indent="0">
                        <a:spcAft>
                          <a:spcPts val="0"/>
                        </a:spcAft>
                        <a:buNone/>
                      </a:pPr>
                      <a:r>
                        <a:rPr sz="1100" b="0" i="0">
                          <a:solidFill>
                            <a:srgbClr val="000000"/>
                          </a:solidFill>
                          <a:latin typeface="Times New Roman"/>
                        </a:rPr>
                        <a:t>The kernel alone, plus cache misses, bandwidth and drift vs. serial</a:t>
                      </a:r>
                    </a:p>
                  </a:txBody>
                  <a:tcPr marL="73152" marR="73152" marT="27432" marB="27432" anchor="ctr">
                    <a:lnL w="9525">
                      <a:solidFill>
                        <a:srgbClr val="7F7F7F"/>
                      </a:solidFill>
                    </a:lnL>
                    <a:lnR w="9525">
                      <a:solidFill>
                        <a:srgbClr val="7F7F7F"/>
                      </a:solidFill>
                    </a:lnR>
                    <a:lnT w="9525">
                      <a:solidFill>
                        <a:srgbClr val="7F7F7F"/>
                      </a:solidFill>
                    </a:lnT>
                    <a:lnB w="9525">
                      <a:solidFill>
                        <a:srgbClr val="7F7F7F"/>
                      </a:solidFill>
                    </a:lnB>
                    <a:solidFill>
                      <a:srgbClr val="DEEAF6"/>
                    </a:solidFill>
                  </a:tcPr>
                </a:tc>
              </a:tr>
            </a:tbl>
          </a:graphicData>
        </a:graphic>
      </p:graphicFrame>
      <p:sp>
        <p:nvSpPr>
          <p:cNvPr id="68" name="TextBox 67"/>
          <p:cNvSpPr txBox="1"/>
          <p:nvPr/>
        </p:nvSpPr>
        <p:spPr>
          <a:xfrm>
            <a:off x="384048" y="3913632"/>
            <a:ext cx="8375904" cy="640080"/>
          </a:xfrm>
          <a:prstGeom prst="rect">
            <a:avLst/>
          </a:prstGeom>
          <a:noFill/>
        </p:spPr>
        <p:txBody>
          <a:bodyPr wrap="square" lIns="45720" rIns="45720" tIns="36576" bIns="36576" anchor="t">
            <a:spAutoFit/>
          </a:bodyPr>
          <a:lstStyle/>
          <a:p>
            <a:pPr algn="l" marL="0" indent="0">
              <a:spcAft>
                <a:spcPts val="0"/>
              </a:spcAft>
              <a:buNone/>
            </a:pPr>
            <a:r>
              <a:rPr sz="1200" b="1" i="0">
                <a:solidFill>
                  <a:srgbClr val="000000"/>
                </a:solidFill>
                <a:latin typeface="Times New Roman"/>
              </a:rPr>
              <a:t>Net effect: </a:t>
            </a:r>
            <a:r>
              <a:rPr sz="1200" b="0" i="0">
                <a:solidFill>
                  <a:srgbClr val="000000"/>
                </a:solidFill>
                <a:latin typeface="Times New Roman"/>
              </a:rPr>
              <a:t>the algorithm is O(P·T) and nothing in it scales worse than linearly, so any scaling limit we see can be traced to memory bandwidth and cache behaviour.</a:t>
            </a: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Evaluation Metrics and Expected Analysis</a:t>
            </a:r>
            <a:endParaRPr/>
          </a:p>
        </p:txBody>
      </p:sp>
      <p:graphicFrame>
        <p:nvGraphicFramePr>
          <p:cNvPr id="73" name="Table 72"/>
          <p:cNvGraphicFramePr>
            <a:graphicFrameLocks noGrp="1"/>
          </p:cNvGraphicFramePr>
          <p:nvPr/>
        </p:nvGraphicFramePr>
        <p:xfrm>
          <a:off x="384048" y="1024128"/>
          <a:ext cx="8375904" cy="1508760"/>
        </p:xfrm>
        <a:graphic>
          <a:graphicData uri="http://schemas.openxmlformats.org/drawingml/2006/table">
            <a:tbl>
              <a:tblPr firstRow="0" bandRow="0">
                <a:tableStyleId>{2D5ABB26-0587-4C30-8999-92F81FD0307C}</a:tableStyleId>
              </a:tblPr>
              <a:tblGrid>
                <a:gridCol w="2286000"/>
                <a:gridCol w="2697480"/>
                <a:gridCol w="3392424"/>
              </a:tblGrid>
              <a:tr h="301752">
                <a:tc>
                  <a:txBody>
                    <a:bodyPr/>
                    <a:lstStyle/>
                    <a:p>
                      <a:pPr algn="l" marL="0" indent="0">
                        <a:spcAft>
                          <a:spcPts val="0"/>
                        </a:spcAft>
                        <a:buNone/>
                      </a:pPr>
                      <a:r>
                        <a:rPr sz="1050" b="1" i="0">
                          <a:solidFill>
                            <a:srgbClr val="000000"/>
                          </a:solidFill>
                          <a:latin typeface="Times New Roman"/>
                        </a:rPr>
                        <a:t>Research question</a:t>
                      </a:r>
                    </a:p>
                  </a:txBody>
                  <a:tcPr marL="73152" marR="73152" marT="27432" marB="27432" anchor="ctr">
                    <a:lnL w="9525">
                      <a:solidFill>
                        <a:srgbClr val="7F7F7F"/>
                      </a:solidFill>
                    </a:lnL>
                    <a:lnR w="9525">
                      <a:solidFill>
                        <a:srgbClr val="7F7F7F"/>
                      </a:solidFill>
                    </a:lnR>
                    <a:lnT w="9525">
                      <a:solidFill>
                        <a:srgbClr val="7F7F7F"/>
                      </a:solidFill>
                    </a:lnT>
                    <a:lnB w="9525">
                      <a:solidFill>
                        <a:srgbClr val="7F7F7F"/>
                      </a:solidFill>
                    </a:lnB>
                    <a:solidFill>
                      <a:srgbClr val="F2F2F2"/>
                    </a:solidFill>
                  </a:tcPr>
                </a:tc>
                <a:tc>
                  <a:txBody>
                    <a:bodyPr/>
                    <a:lstStyle/>
                    <a:p>
                      <a:pPr algn="l" marL="0" indent="0">
                        <a:spcAft>
                          <a:spcPts val="0"/>
                        </a:spcAft>
                        <a:buNone/>
                      </a:pPr>
                      <a:r>
                        <a:rPr sz="1050" b="1" i="0">
                          <a:solidFill>
                            <a:srgbClr val="000000"/>
                          </a:solidFill>
                          <a:latin typeface="Times New Roman"/>
                        </a:rPr>
                        <a:t>Metric</a:t>
                      </a:r>
                    </a:p>
                  </a:txBody>
                  <a:tcPr marL="73152" marR="73152" marT="27432" marB="27432" anchor="ctr">
                    <a:lnL w="9525">
                      <a:solidFill>
                        <a:srgbClr val="7F7F7F"/>
                      </a:solidFill>
                    </a:lnL>
                    <a:lnR w="9525">
                      <a:solidFill>
                        <a:srgbClr val="7F7F7F"/>
                      </a:solidFill>
                    </a:lnR>
                    <a:lnT w="9525">
                      <a:solidFill>
                        <a:srgbClr val="7F7F7F"/>
                      </a:solidFill>
                    </a:lnT>
                    <a:lnB w="9525">
                      <a:solidFill>
                        <a:srgbClr val="7F7F7F"/>
                      </a:solidFill>
                    </a:lnB>
                    <a:solidFill>
                      <a:srgbClr val="F2F2F2"/>
                    </a:solidFill>
                  </a:tcPr>
                </a:tc>
                <a:tc>
                  <a:txBody>
                    <a:bodyPr/>
                    <a:lstStyle/>
                    <a:p>
                      <a:pPr algn="l" marL="0" indent="0">
                        <a:spcAft>
                          <a:spcPts val="0"/>
                        </a:spcAft>
                        <a:buNone/>
                      </a:pPr>
                      <a:r>
                        <a:rPr sz="1050" b="1" i="0">
                          <a:solidFill>
                            <a:srgbClr val="000000"/>
                          </a:solidFill>
                          <a:latin typeface="Times New Roman"/>
                        </a:rPr>
                        <a:t>How we measure it</a:t>
                      </a:r>
                    </a:p>
                  </a:txBody>
                  <a:tcPr marL="73152" marR="73152" marT="27432" marB="27432" anchor="ctr">
                    <a:lnL w="9525">
                      <a:solidFill>
                        <a:srgbClr val="7F7F7F"/>
                      </a:solidFill>
                    </a:lnL>
                    <a:lnR w="9525">
                      <a:solidFill>
                        <a:srgbClr val="7F7F7F"/>
                      </a:solidFill>
                    </a:lnR>
                    <a:lnT w="9525">
                      <a:solidFill>
                        <a:srgbClr val="7F7F7F"/>
                      </a:solidFill>
                    </a:lnT>
                    <a:lnB w="9525">
                      <a:solidFill>
                        <a:srgbClr val="7F7F7F"/>
                      </a:solidFill>
                    </a:lnB>
                    <a:solidFill>
                      <a:srgbClr val="F2F2F2"/>
                    </a:solidFill>
                  </a:tcPr>
                </a:tc>
              </a:tr>
              <a:tr h="301752">
                <a:tc>
                  <a:txBody>
                    <a:bodyPr/>
                    <a:lstStyle/>
                    <a:p>
                      <a:pPr algn="l" marL="0" indent="0">
                        <a:spcAft>
                          <a:spcPts val="0"/>
                        </a:spcAft>
                        <a:buNone/>
                      </a:pPr>
                      <a:r>
                        <a:rPr sz="1050" b="1" i="0">
                          <a:solidFill>
                            <a:srgbClr val="000000"/>
                          </a:solidFill>
                          <a:latin typeface="Times New Roman"/>
                        </a:rPr>
                        <a:t>RQ1: Speedup and efficiency</a:t>
                      </a:r>
                    </a:p>
                  </a:txBody>
                  <a:tcPr marL="73152" marR="73152" marT="27432" marB="27432" anchor="ctr">
                    <a:lnL w="9525">
                      <a:solidFill>
                        <a:srgbClr val="7F7F7F"/>
                      </a:solidFill>
                    </a:lnL>
                    <a:lnR w="9525">
                      <a:solidFill>
                        <a:srgbClr val="7F7F7F"/>
                      </a:solidFill>
                    </a:lnR>
                    <a:lnT w="9525">
                      <a:solidFill>
                        <a:srgbClr val="7F7F7F"/>
                      </a:solidFill>
                    </a:lnT>
                    <a:lnB w="9525">
                      <a:solidFill>
                        <a:srgbClr val="7F7F7F"/>
                      </a:solidFill>
                    </a:lnB>
                    <a:solidFill>
                      <a:srgbClr val="FFFFFF"/>
                    </a:solidFill>
                  </a:tcPr>
                </a:tc>
                <a:tc>
                  <a:txBody>
                    <a:bodyPr/>
                    <a:lstStyle/>
                    <a:p>
                      <a:pPr algn="l" marL="0" indent="0">
                        <a:spcAft>
                          <a:spcPts val="0"/>
                        </a:spcAft>
                        <a:buNone/>
                      </a:pPr>
                      <a:r>
                        <a:rPr sz="1050" b="0" i="0">
                          <a:solidFill>
                            <a:srgbClr val="000000"/>
                          </a:solidFill>
                          <a:latin typeface="Times New Roman"/>
                        </a:rPr>
                        <a:t>S(N) = T</a:t>
                      </a:r>
                      <a:r>
                        <a:rPr sz="1050" b="0" i="0" baseline="-25000">
                          <a:solidFill>
                            <a:srgbClr val="000000"/>
                          </a:solidFill>
                          <a:latin typeface="Times New Roman"/>
                        </a:rPr>
                        <a:t>serial</a:t>
                      </a:r>
                      <a:r>
                        <a:rPr sz="1050" b="0" i="0">
                          <a:solidFill>
                            <a:srgbClr val="000000"/>
                          </a:solidFill>
                          <a:latin typeface="Times New Roman"/>
                        </a:rPr>
                        <a:t> / T</a:t>
                      </a:r>
                      <a:r>
                        <a:rPr sz="1050" b="0" i="0" baseline="-25000">
                          <a:solidFill>
                            <a:srgbClr val="000000"/>
                          </a:solidFill>
                          <a:latin typeface="Times New Roman"/>
                        </a:rPr>
                        <a:t>parallel</a:t>
                      </a:r>
                      <a:r>
                        <a:rPr sz="1050" b="0" i="0">
                          <a:solidFill>
                            <a:srgbClr val="000000"/>
                          </a:solidFill>
                          <a:latin typeface="Times New Roman"/>
                        </a:rPr>
                        <a:t>(N),   E(N) = S(N) / N</a:t>
                      </a:r>
                    </a:p>
                  </a:txBody>
                  <a:tcPr marL="73152" marR="73152" marT="27432" marB="27432" anchor="ctr">
                    <a:lnL w="9525">
                      <a:solidFill>
                        <a:srgbClr val="7F7F7F"/>
                      </a:solidFill>
                    </a:lnL>
                    <a:lnR w="9525">
                      <a:solidFill>
                        <a:srgbClr val="7F7F7F"/>
                      </a:solidFill>
                    </a:lnR>
                    <a:lnT w="9525">
                      <a:solidFill>
                        <a:srgbClr val="7F7F7F"/>
                      </a:solidFill>
                    </a:lnT>
                    <a:lnB w="9525">
                      <a:solidFill>
                        <a:srgbClr val="7F7F7F"/>
                      </a:solidFill>
                    </a:lnB>
                    <a:solidFill>
                      <a:srgbClr val="FFFFFF"/>
                    </a:solidFill>
                  </a:tcPr>
                </a:tc>
                <a:tc>
                  <a:txBody>
                    <a:bodyPr/>
                    <a:lstStyle/>
                    <a:p>
                      <a:pPr algn="l" marL="0" indent="0">
                        <a:spcAft>
                          <a:spcPts val="0"/>
                        </a:spcAft>
                        <a:buNone/>
                      </a:pPr>
                      <a:r>
                        <a:rPr sz="1050" b="0" i="0">
                          <a:solidFill>
                            <a:srgbClr val="000000"/>
                          </a:solidFill>
                          <a:latin typeface="Times New Roman"/>
                        </a:rPr>
                        <a:t>Median wall-clock time of 5 runs, for each particle count</a:t>
                      </a:r>
                    </a:p>
                  </a:txBody>
                  <a:tcPr marL="73152" marR="73152" marT="27432" marB="27432" anchor="ctr">
                    <a:lnL w="9525">
                      <a:solidFill>
                        <a:srgbClr val="7F7F7F"/>
                      </a:solidFill>
                    </a:lnL>
                    <a:lnR w="9525">
                      <a:solidFill>
                        <a:srgbClr val="7F7F7F"/>
                      </a:solidFill>
                    </a:lnR>
                    <a:lnT w="9525">
                      <a:solidFill>
                        <a:srgbClr val="7F7F7F"/>
                      </a:solidFill>
                    </a:lnT>
                    <a:lnB w="9525">
                      <a:solidFill>
                        <a:srgbClr val="7F7F7F"/>
                      </a:solidFill>
                    </a:lnB>
                    <a:solidFill>
                      <a:srgbClr val="FFFFFF"/>
                    </a:solidFill>
                  </a:tcPr>
                </a:tc>
              </a:tr>
              <a:tr h="301752">
                <a:tc>
                  <a:txBody>
                    <a:bodyPr/>
                    <a:lstStyle/>
                    <a:p>
                      <a:pPr algn="l" marL="0" indent="0">
                        <a:spcAft>
                          <a:spcPts val="0"/>
                        </a:spcAft>
                        <a:buNone/>
                      </a:pPr>
                      <a:r>
                        <a:rPr sz="1050" b="1" i="0">
                          <a:solidFill>
                            <a:srgbClr val="000000"/>
                          </a:solidFill>
                          <a:latin typeface="Times New Roman"/>
                        </a:rPr>
                        <a:t>RQ2: Compute vs. memory bound</a:t>
                      </a:r>
                    </a:p>
                  </a:txBody>
                  <a:tcPr marL="73152" marR="73152" marT="27432" marB="27432" anchor="ctr">
                    <a:lnL w="9525">
                      <a:solidFill>
                        <a:srgbClr val="7F7F7F"/>
                      </a:solidFill>
                    </a:lnL>
                    <a:lnR w="9525">
                      <a:solidFill>
                        <a:srgbClr val="7F7F7F"/>
                      </a:solidFill>
                    </a:lnR>
                    <a:lnT w="9525">
                      <a:solidFill>
                        <a:srgbClr val="7F7F7F"/>
                      </a:solidFill>
                    </a:lnT>
                    <a:lnB w="9525">
                      <a:solidFill>
                        <a:srgbClr val="7F7F7F"/>
                      </a:solidFill>
                    </a:lnB>
                    <a:solidFill>
                      <a:srgbClr val="FFFFFF"/>
                    </a:solidFill>
                  </a:tcPr>
                </a:tc>
                <a:tc>
                  <a:txBody>
                    <a:bodyPr/>
                    <a:lstStyle/>
                    <a:p>
                      <a:pPr algn="l" marL="0" indent="0">
                        <a:spcAft>
                          <a:spcPts val="0"/>
                        </a:spcAft>
                        <a:buNone/>
                      </a:pPr>
                      <a:r>
                        <a:rPr sz="1050" b="0" i="0">
                          <a:solidFill>
                            <a:srgbClr val="000000"/>
                          </a:solidFill>
                          <a:latin typeface="Times New Roman"/>
                        </a:rPr>
                        <a:t>Arithmetic intensity vs. roofline model</a:t>
                      </a:r>
                    </a:p>
                  </a:txBody>
                  <a:tcPr marL="73152" marR="73152" marT="27432" marB="27432" anchor="ctr">
                    <a:lnL w="9525">
                      <a:solidFill>
                        <a:srgbClr val="7F7F7F"/>
                      </a:solidFill>
                    </a:lnL>
                    <a:lnR w="9525">
                      <a:solidFill>
                        <a:srgbClr val="7F7F7F"/>
                      </a:solidFill>
                    </a:lnR>
                    <a:lnT w="9525">
                      <a:solidFill>
                        <a:srgbClr val="7F7F7F"/>
                      </a:solidFill>
                    </a:lnT>
                    <a:lnB w="9525">
                      <a:solidFill>
                        <a:srgbClr val="7F7F7F"/>
                      </a:solidFill>
                    </a:lnB>
                    <a:solidFill>
                      <a:srgbClr val="FFFFFF"/>
                    </a:solidFill>
                  </a:tcPr>
                </a:tc>
                <a:tc>
                  <a:txBody>
                    <a:bodyPr/>
                    <a:lstStyle/>
                    <a:p>
                      <a:pPr algn="l" marL="0" indent="0">
                        <a:spcAft>
                          <a:spcPts val="0"/>
                        </a:spcAft>
                        <a:buNone/>
                      </a:pPr>
                      <a:r>
                        <a:rPr sz="1050" b="0" i="0">
                          <a:solidFill>
                            <a:srgbClr val="000000"/>
                          </a:solidFill>
                          <a:latin typeface="Times New Roman"/>
                        </a:rPr>
                        <a:t>Cross-checked with cache-miss rate and bandwidth use</a:t>
                      </a:r>
                    </a:p>
                  </a:txBody>
                  <a:tcPr marL="73152" marR="73152" marT="27432" marB="27432" anchor="ctr">
                    <a:lnL w="9525">
                      <a:solidFill>
                        <a:srgbClr val="7F7F7F"/>
                      </a:solidFill>
                    </a:lnL>
                    <a:lnR w="9525">
                      <a:solidFill>
                        <a:srgbClr val="7F7F7F"/>
                      </a:solidFill>
                    </a:lnR>
                    <a:lnT w="9525">
                      <a:solidFill>
                        <a:srgbClr val="7F7F7F"/>
                      </a:solidFill>
                    </a:lnT>
                    <a:lnB w="9525">
                      <a:solidFill>
                        <a:srgbClr val="7F7F7F"/>
                      </a:solidFill>
                    </a:lnB>
                    <a:solidFill>
                      <a:srgbClr val="FFFFFF"/>
                    </a:solidFill>
                  </a:tcPr>
                </a:tc>
              </a:tr>
              <a:tr h="301752">
                <a:tc>
                  <a:txBody>
                    <a:bodyPr/>
                    <a:lstStyle/>
                    <a:p>
                      <a:pPr algn="l" marL="0" indent="0">
                        <a:spcAft>
                          <a:spcPts val="0"/>
                        </a:spcAft>
                        <a:buNone/>
                      </a:pPr>
                      <a:r>
                        <a:rPr sz="1050" b="1" i="0">
                          <a:solidFill>
                            <a:srgbClr val="000000"/>
                          </a:solidFill>
                          <a:latin typeface="Times New Roman"/>
                        </a:rPr>
                        <a:t>RQ3: Scheduling and layout</a:t>
                      </a:r>
                    </a:p>
                  </a:txBody>
                  <a:tcPr marL="73152" marR="73152" marT="27432" marB="27432" anchor="ctr">
                    <a:lnL w="9525">
                      <a:solidFill>
                        <a:srgbClr val="7F7F7F"/>
                      </a:solidFill>
                    </a:lnL>
                    <a:lnR w="9525">
                      <a:solidFill>
                        <a:srgbClr val="7F7F7F"/>
                      </a:solidFill>
                    </a:lnR>
                    <a:lnT w="9525">
                      <a:solidFill>
                        <a:srgbClr val="7F7F7F"/>
                      </a:solidFill>
                    </a:lnT>
                    <a:lnB w="9525">
                      <a:solidFill>
                        <a:srgbClr val="7F7F7F"/>
                      </a:solidFill>
                    </a:lnB>
                    <a:solidFill>
                      <a:srgbClr val="FFFFFF"/>
                    </a:solidFill>
                  </a:tcPr>
                </a:tc>
                <a:tc>
                  <a:txBody>
                    <a:bodyPr/>
                    <a:lstStyle/>
                    <a:p>
                      <a:pPr algn="l" marL="0" indent="0">
                        <a:spcAft>
                          <a:spcPts val="0"/>
                        </a:spcAft>
                        <a:buNone/>
                      </a:pPr>
                      <a:r>
                        <a:rPr sz="1050" b="0" i="0">
                          <a:solidFill>
                            <a:srgbClr val="000000"/>
                          </a:solidFill>
                          <a:latin typeface="Times New Roman"/>
                        </a:rPr>
                        <a:t>Per-thread busy-time variance</a:t>
                      </a:r>
                    </a:p>
                  </a:txBody>
                  <a:tcPr marL="73152" marR="73152" marT="27432" marB="27432" anchor="ctr">
                    <a:lnL w="9525">
                      <a:solidFill>
                        <a:srgbClr val="7F7F7F"/>
                      </a:solidFill>
                    </a:lnL>
                    <a:lnR w="9525">
                      <a:solidFill>
                        <a:srgbClr val="7F7F7F"/>
                      </a:solidFill>
                    </a:lnR>
                    <a:lnT w="9525">
                      <a:solidFill>
                        <a:srgbClr val="7F7F7F"/>
                      </a:solidFill>
                    </a:lnT>
                    <a:lnB w="9525">
                      <a:solidFill>
                        <a:srgbClr val="7F7F7F"/>
                      </a:solidFill>
                    </a:lnB>
                    <a:solidFill>
                      <a:srgbClr val="FFFFFF"/>
                    </a:solidFill>
                  </a:tcPr>
                </a:tc>
                <a:tc>
                  <a:txBody>
                    <a:bodyPr/>
                    <a:lstStyle/>
                    <a:p>
                      <a:pPr algn="l" marL="0" indent="0">
                        <a:spcAft>
                          <a:spcPts val="0"/>
                        </a:spcAft>
                        <a:buNone/>
                      </a:pPr>
                      <a:r>
                        <a:rPr sz="1050" b="0" i="0">
                          <a:solidFill>
                            <a:srgbClr val="000000"/>
                          </a:solidFill>
                          <a:latin typeface="Times New Roman"/>
                        </a:rPr>
                        <a:t>Static, dynamic, guided × SoA, AoS at fixed P and N</a:t>
                      </a:r>
                    </a:p>
                  </a:txBody>
                  <a:tcPr marL="73152" marR="73152" marT="27432" marB="27432" anchor="ctr">
                    <a:lnL w="9525">
                      <a:solidFill>
                        <a:srgbClr val="7F7F7F"/>
                      </a:solidFill>
                    </a:lnL>
                    <a:lnR w="9525">
                      <a:solidFill>
                        <a:srgbClr val="7F7F7F"/>
                      </a:solidFill>
                    </a:lnR>
                    <a:lnT w="9525">
                      <a:solidFill>
                        <a:srgbClr val="7F7F7F"/>
                      </a:solidFill>
                    </a:lnT>
                    <a:lnB w="9525">
                      <a:solidFill>
                        <a:srgbClr val="7F7F7F"/>
                      </a:solidFill>
                    </a:lnB>
                    <a:solidFill>
                      <a:srgbClr val="FFFFFF"/>
                    </a:solidFill>
                  </a:tcPr>
                </a:tc>
              </a:tr>
              <a:tr h="301752">
                <a:tc>
                  <a:txBody>
                    <a:bodyPr/>
                    <a:lstStyle/>
                    <a:p>
                      <a:pPr algn="l" marL="0" indent="0">
                        <a:spcAft>
                          <a:spcPts val="0"/>
                        </a:spcAft>
                        <a:buNone/>
                      </a:pPr>
                      <a:r>
                        <a:rPr sz="1050" b="1" i="0">
                          <a:solidFill>
                            <a:srgbClr val="000000"/>
                          </a:solidFill>
                          <a:latin typeface="Times New Roman"/>
                        </a:rPr>
                        <a:t>RQ4: Physical fidelity</a:t>
                      </a:r>
                    </a:p>
                  </a:txBody>
                  <a:tcPr marL="73152" marR="73152" marT="27432" marB="27432" anchor="ctr">
                    <a:lnL w="9525">
                      <a:solidFill>
                        <a:srgbClr val="7F7F7F"/>
                      </a:solidFill>
                    </a:lnL>
                    <a:lnR w="9525">
                      <a:solidFill>
                        <a:srgbClr val="7F7F7F"/>
                      </a:solidFill>
                    </a:lnR>
                    <a:lnT w="9525">
                      <a:solidFill>
                        <a:srgbClr val="7F7F7F"/>
                      </a:solidFill>
                    </a:lnT>
                    <a:lnB w="9525">
                      <a:solidFill>
                        <a:srgbClr val="7F7F7F"/>
                      </a:solidFill>
                    </a:lnB>
                    <a:solidFill>
                      <a:srgbClr val="FFFFFF"/>
                    </a:solidFill>
                  </a:tcPr>
                </a:tc>
                <a:tc>
                  <a:txBody>
                    <a:bodyPr/>
                    <a:lstStyle/>
                    <a:p>
                      <a:pPr algn="l" marL="0" indent="0">
                        <a:spcAft>
                          <a:spcPts val="0"/>
                        </a:spcAft>
                        <a:buNone/>
                      </a:pPr>
                      <a:r>
                        <a:rPr sz="1050" b="0" i="0">
                          <a:solidFill>
                            <a:srgbClr val="000000"/>
                          </a:solidFill>
                          <a:latin typeface="Times New Roman"/>
                        </a:rPr>
                        <a:t>Position drift vs. serial baseline</a:t>
                      </a:r>
                    </a:p>
                  </a:txBody>
                  <a:tcPr marL="73152" marR="73152" marT="27432" marB="27432" anchor="ctr">
                    <a:lnL w="9525">
                      <a:solidFill>
                        <a:srgbClr val="7F7F7F"/>
                      </a:solidFill>
                    </a:lnL>
                    <a:lnR w="9525">
                      <a:solidFill>
                        <a:srgbClr val="7F7F7F"/>
                      </a:solidFill>
                    </a:lnR>
                    <a:lnT w="9525">
                      <a:solidFill>
                        <a:srgbClr val="7F7F7F"/>
                      </a:solidFill>
                    </a:lnT>
                    <a:lnB w="9525">
                      <a:solidFill>
                        <a:srgbClr val="7F7F7F"/>
                      </a:solidFill>
                    </a:lnB>
                    <a:solidFill>
                      <a:srgbClr val="FFFFFF"/>
                    </a:solidFill>
                  </a:tcPr>
                </a:tc>
                <a:tc>
                  <a:txBody>
                    <a:bodyPr/>
                    <a:lstStyle/>
                    <a:p>
                      <a:pPr algn="l" marL="0" indent="0">
                        <a:spcAft>
                          <a:spcPts val="0"/>
                        </a:spcAft>
                        <a:buNone/>
                      </a:pPr>
                      <a:r>
                        <a:rPr sz="1050" b="0" i="0">
                          <a:solidFill>
                            <a:srgbClr val="000000"/>
                          </a:solidFill>
                          <a:latin typeface="Times New Roman"/>
                        </a:rPr>
                        <a:t>Plus a visual comparison of accumulation-zone maps</a:t>
                      </a:r>
                    </a:p>
                  </a:txBody>
                  <a:tcPr marL="73152" marR="73152" marT="27432" marB="27432" anchor="ctr">
                    <a:lnL w="9525">
                      <a:solidFill>
                        <a:srgbClr val="7F7F7F"/>
                      </a:solidFill>
                    </a:lnL>
                    <a:lnR w="9525">
                      <a:solidFill>
                        <a:srgbClr val="7F7F7F"/>
                      </a:solidFill>
                    </a:lnR>
                    <a:lnT w="9525">
                      <a:solidFill>
                        <a:srgbClr val="7F7F7F"/>
                      </a:solidFill>
                    </a:lnT>
                    <a:lnB w="9525">
                      <a:solidFill>
                        <a:srgbClr val="7F7F7F"/>
                      </a:solidFill>
                    </a:lnB>
                    <a:solidFill>
                      <a:srgbClr val="FFFFFF"/>
                    </a:solidFill>
                  </a:tcPr>
                </a:tc>
              </a:tr>
            </a:tbl>
          </a:graphicData>
        </a:graphic>
      </p:graphicFrame>
      <p:sp>
        <p:nvSpPr>
          <p:cNvPr id="74" name="TextBox 73"/>
          <p:cNvSpPr txBox="1"/>
          <p:nvPr/>
        </p:nvSpPr>
        <p:spPr>
          <a:xfrm>
            <a:off x="384048" y="2724912"/>
            <a:ext cx="4050791" cy="2194560"/>
          </a:xfrm>
          <a:prstGeom prst="rect">
            <a:avLst/>
          </a:prstGeom>
          <a:noFill/>
        </p:spPr>
        <p:txBody>
          <a:bodyPr wrap="square" lIns="45720" rIns="45720" tIns="36576" bIns="36576" anchor="t">
            <a:spAutoFit/>
          </a:bodyPr>
          <a:lstStyle/>
          <a:p>
            <a:pPr algn="l" marL="0" indent="0">
              <a:spcAft>
                <a:spcPts val="400"/>
              </a:spcAft>
              <a:buNone/>
            </a:pPr>
            <a:r>
              <a:rPr sz="1200" b="1" i="0">
                <a:solidFill>
                  <a:srgbClr val="1F3864"/>
                </a:solidFill>
                <a:latin typeface="Times New Roman"/>
              </a:rPr>
              <a:t>Expected analysis</a:t>
            </a:r>
          </a:p>
          <a:p>
            <a:pPr algn="l" marL="155448" indent="-155448">
              <a:spcAft>
                <a:spcPts val="400"/>
              </a:spcAft>
              <a:buChar char="•"/>
            </a:pPr>
            <a:r>
              <a:rPr sz="1150" b="0" i="0">
                <a:solidFill>
                  <a:srgbClr val="000000"/>
                </a:solidFill>
                <a:latin typeface="Times New Roman"/>
              </a:rPr>
              <a:t>Near-linear speedup up to a moderate thread count.</a:t>
            </a:r>
          </a:p>
          <a:p>
            <a:pPr algn="l" marL="155448" indent="-155448">
              <a:spcAft>
                <a:spcPts val="400"/>
              </a:spcAft>
              <a:buChar char="•"/>
            </a:pPr>
            <a:r>
              <a:rPr sz="1150" b="0" i="0">
                <a:solidFill>
                  <a:srgbClr val="000000"/>
                </a:solidFill>
                <a:latin typeface="Times New Roman"/>
              </a:rPr>
              <a:t>Efficiency should drop soonest on the coarse, calm N. Pacific Gyre (bandwidth limit) and hold longest on Gulf Stream and Agulhas.</a:t>
            </a:r>
          </a:p>
          <a:p>
            <a:pPr algn="l" marL="155448" indent="-155448">
              <a:spcAft>
                <a:spcPts val="400"/>
              </a:spcAft>
              <a:buChar char="•"/>
            </a:pPr>
            <a:r>
              <a:rPr sz="1150" b="0" i="0">
                <a:solidFill>
                  <a:srgbClr val="000000"/>
                </a:solidFill>
                <a:latin typeface="Times New Roman"/>
              </a:rPr>
              <a:t>Dynamic or guided scheduling should help mainly near coasts, where land-mask checks make the work uneven.</a:t>
            </a:r>
          </a:p>
          <a:p>
            <a:pPr algn="l" marL="155448" indent="-155448">
              <a:spcAft>
                <a:spcPts val="400"/>
              </a:spcAft>
              <a:buChar char="•"/>
            </a:pPr>
            <a:r>
              <a:rPr sz="1150" b="0" i="0">
                <a:solidFill>
                  <a:srgbClr val="000000"/>
                </a:solidFill>
                <a:latin typeface="Times New Roman"/>
              </a:rPr>
              <a:t>If speedup flattens early everywhere, that is still a result: memory bandwidth, not thread count, is the bottleneck.</a:t>
            </a:r>
          </a:p>
        </p:txBody>
      </p:sp>
      <p:cxnSp>
        <p:nvCxnSpPr>
          <p:cNvPr id="75" name="Connector 74"/>
          <p:cNvCxnSpPr/>
          <p:nvPr/>
        </p:nvCxnSpPr>
        <p:spPr>
          <a:xfrm>
            <a:off x="4572000" y="2798064"/>
            <a:ext cx="0" cy="1728216"/>
          </a:xfrm>
          <a:prstGeom prst="line">
            <a:avLst/>
          </a:prstGeom>
          <a:ln w="9525">
            <a:solidFill>
              <a:srgbClr val="7F7F7F"/>
            </a:solidFill>
          </a:ln>
        </p:spPr>
        <p:style>
          <a:lnRef idx="2">
            <a:schemeClr val="accent1"/>
          </a:lnRef>
          <a:fillRef idx="0">
            <a:schemeClr val="accent1"/>
          </a:fillRef>
          <a:effectRef idx="0">
            <a:schemeClr val="accent1"/>
          </a:effectRef>
          <a:fontRef idx="minor">
            <a:schemeClr val="tx1"/>
          </a:fontRef>
        </p:style>
      </p:cxnSp>
      <p:sp>
        <p:nvSpPr>
          <p:cNvPr id="76" name="TextBox 75"/>
          <p:cNvSpPr txBox="1"/>
          <p:nvPr/>
        </p:nvSpPr>
        <p:spPr>
          <a:xfrm>
            <a:off x="4709159" y="2724912"/>
            <a:ext cx="4050791" cy="2194560"/>
          </a:xfrm>
          <a:prstGeom prst="rect">
            <a:avLst/>
          </a:prstGeom>
          <a:noFill/>
        </p:spPr>
        <p:txBody>
          <a:bodyPr wrap="square" lIns="45720" rIns="45720" tIns="36576" bIns="36576" anchor="t">
            <a:spAutoFit/>
          </a:bodyPr>
          <a:lstStyle/>
          <a:p>
            <a:pPr algn="l" marL="0" indent="0">
              <a:spcAft>
                <a:spcPts val="400"/>
              </a:spcAft>
              <a:buNone/>
            </a:pPr>
            <a:r>
              <a:rPr sz="1200" b="1" i="0">
                <a:solidFill>
                  <a:srgbClr val="1F3864"/>
                </a:solidFill>
                <a:latin typeface="Times New Roman"/>
              </a:rPr>
              <a:t>Are these metrics good enough?</a:t>
            </a:r>
          </a:p>
          <a:p>
            <a:pPr algn="l" marL="155448" indent="-155448">
              <a:spcAft>
                <a:spcPts val="400"/>
              </a:spcAft>
              <a:buChar char="•"/>
            </a:pPr>
            <a:r>
              <a:rPr sz="1150" b="1" i="0">
                <a:solidFill>
                  <a:srgbClr val="000000"/>
                </a:solidFill>
                <a:latin typeface="Times New Roman"/>
              </a:rPr>
              <a:t>Performance: </a:t>
            </a:r>
            <a:r>
              <a:rPr sz="1150" b="0" i="0">
                <a:solidFill>
                  <a:srgbClr val="000000"/>
                </a:solidFill>
                <a:latin typeface="Times New Roman"/>
              </a:rPr>
              <a:t>speedup and efficiency show how well it scales; the roofline model and perf counters show why it stops.</a:t>
            </a:r>
          </a:p>
          <a:p>
            <a:pPr algn="l" marL="155448" indent="-155448">
              <a:spcAft>
                <a:spcPts val="400"/>
              </a:spcAft>
              <a:buChar char="•"/>
            </a:pPr>
            <a:r>
              <a:rPr sz="1150" b="1" i="0">
                <a:solidFill>
                  <a:srgbClr val="000000"/>
                </a:solidFill>
                <a:latin typeface="Times New Roman"/>
              </a:rPr>
              <a:t>Correctness: </a:t>
            </a:r>
            <a:r>
              <a:rPr sz="1150" b="0" i="0">
                <a:solidFill>
                  <a:srgbClr val="000000"/>
                </a:solidFill>
                <a:latin typeface="Times New Roman"/>
              </a:rPr>
              <a:t>drift against the serial run confirms that parallelising did not change the physics.</a:t>
            </a:r>
          </a:p>
          <a:p>
            <a:pPr algn="l" marL="155448" indent="-155448">
              <a:spcAft>
                <a:spcPts val="400"/>
              </a:spcAft>
              <a:buChar char="•"/>
            </a:pPr>
            <a:r>
              <a:rPr sz="1150" b="1" i="0">
                <a:solidFill>
                  <a:srgbClr val="000000"/>
                </a:solidFill>
                <a:latin typeface="Times New Roman"/>
              </a:rPr>
              <a:t>Fairness: </a:t>
            </a:r>
            <a:r>
              <a:rPr sz="1150" b="0" i="0">
                <a:solidFill>
                  <a:srgbClr val="000000"/>
                </a:solidFill>
                <a:latin typeface="Times New Roman"/>
              </a:rPr>
              <a:t>2 warm-ups, median of 5 timed runs, pinned threads, identical release points.</a:t>
            </a:r>
          </a:p>
          <a:p>
            <a:pPr algn="l" marL="155448" indent="-155448">
              <a:spcAft>
                <a:spcPts val="400"/>
              </a:spcAft>
              <a:buChar char="•"/>
            </a:pPr>
            <a:r>
              <a:rPr sz="1150" b="1" i="0">
                <a:solidFill>
                  <a:srgbClr val="000000"/>
                </a:solidFill>
                <a:latin typeface="Times New Roman"/>
              </a:rPr>
              <a:t>Limit: </a:t>
            </a:r>
            <a:r>
              <a:rPr sz="1150" b="0" i="0">
                <a:solidFill>
                  <a:srgbClr val="000000"/>
                </a:solidFill>
                <a:latin typeface="Times New Roman"/>
              </a:rPr>
              <a:t>accumulation maps are compared by eye, so that part is qualitative.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Dataset: Grid, Size and Velocity Fields</a:t>
            </a:r>
          </a:p>
        </p:txBody>
      </p:sp>
      <p:pic>
        <p:nvPicPr>
          <p:cNvPr id="3" name="Picture 2" descr="1791480319260_WhatsApp_Image_2026-10-08_at_9_21_53_PM.jpeg"/>
          <p:cNvPicPr>
            <a:picLocks noChangeAspect="1"/>
          </p:cNvPicPr>
          <p:nvPr/>
        </p:nvPicPr>
        <p:blipFill>
          <a:blip r:embed="rId2"/>
          <a:srcRect t="10500" r="8500" b="6000"/>
          <a:stretch>
            <a:fillRect/>
          </a:stretch>
        </p:blipFill>
        <p:spPr>
          <a:xfrm>
            <a:off x="457200" y="1097280"/>
            <a:ext cx="4023360" cy="2480026"/>
          </a:xfrm>
          <a:prstGeom prst="rect">
            <a:avLst/>
          </a:prstGeom>
          <a:ln w="9525">
            <a:solidFill>
              <a:srgbClr val="7F7F7F"/>
            </a:solidFill>
          </a:ln>
        </p:spPr>
      </p:pic>
      <p:sp>
        <p:nvSpPr>
          <p:cNvPr id="4" name="TextBox 3"/>
          <p:cNvSpPr txBox="1"/>
          <p:nvPr/>
        </p:nvSpPr>
        <p:spPr>
          <a:xfrm>
            <a:off x="411480" y="3604738"/>
            <a:ext cx="4114800" cy="274320"/>
          </a:xfrm>
          <a:prstGeom prst="rect">
            <a:avLst/>
          </a:prstGeom>
          <a:noFill/>
        </p:spPr>
        <p:txBody>
          <a:bodyPr wrap="square" lIns="45720" rIns="45720" tIns="27432" bIns="27432">
            <a:spAutoFit/>
          </a:bodyPr>
          <a:lstStyle/>
          <a:p>
            <a:pPr>
              <a:spcAft>
                <a:spcPts val="0"/>
              </a:spcAft>
            </a:pPr>
            <a:r>
              <a:rPr sz="1000" b="0" i="1">
                <a:solidFill>
                  <a:srgbClr val="444444"/>
                </a:solidFill>
                <a:latin typeface="Times New Roman"/>
              </a:rPr>
              <a:t>u: zonal current (m s⁻¹), NaN over land and ice</a:t>
            </a:r>
          </a:p>
        </p:txBody>
      </p:sp>
      <p:pic>
        <p:nvPicPr>
          <p:cNvPr id="5" name="Picture 4" descr="1791480323089_WhatsApp_Image_2026-10-08_at_9_22_31_PM.jpeg"/>
          <p:cNvPicPr>
            <a:picLocks noChangeAspect="1"/>
          </p:cNvPicPr>
          <p:nvPr/>
        </p:nvPicPr>
        <p:blipFill>
          <a:blip r:embed="rId3"/>
          <a:srcRect t="10500" r="8500" b="6000"/>
          <a:stretch>
            <a:fillRect/>
          </a:stretch>
        </p:blipFill>
        <p:spPr>
          <a:xfrm>
            <a:off x="4663440" y="1097280"/>
            <a:ext cx="4023360" cy="2496681"/>
          </a:xfrm>
          <a:prstGeom prst="rect">
            <a:avLst/>
          </a:prstGeom>
          <a:ln w="9525">
            <a:solidFill>
              <a:srgbClr val="7F7F7F"/>
            </a:solidFill>
          </a:ln>
        </p:spPr>
      </p:pic>
      <p:sp>
        <p:nvSpPr>
          <p:cNvPr id="6" name="TextBox 5"/>
          <p:cNvSpPr txBox="1"/>
          <p:nvPr/>
        </p:nvSpPr>
        <p:spPr>
          <a:xfrm>
            <a:off x="4617720" y="3621393"/>
            <a:ext cx="4114800" cy="274320"/>
          </a:xfrm>
          <a:prstGeom prst="rect">
            <a:avLst/>
          </a:prstGeom>
          <a:noFill/>
        </p:spPr>
        <p:txBody>
          <a:bodyPr wrap="square" lIns="45720" rIns="45720" tIns="27432" bIns="27432">
            <a:spAutoFit/>
          </a:bodyPr>
          <a:lstStyle/>
          <a:p>
            <a:pPr>
              <a:spcAft>
                <a:spcPts val="0"/>
              </a:spcAft>
            </a:pPr>
            <a:r>
              <a:rPr sz="1000" b="0" i="1">
                <a:solidFill>
                  <a:srgbClr val="444444"/>
                </a:solidFill>
                <a:latin typeface="Times New Roman"/>
              </a:rPr>
              <a:t>v: meridional current (m s⁻¹)</a:t>
            </a:r>
          </a:p>
        </p:txBody>
      </p:sp>
      <p:cxnSp>
        <p:nvCxnSpPr>
          <p:cNvPr id="7" name="Connector 6"/>
          <p:cNvCxnSpPr/>
          <p:nvPr/>
        </p:nvCxnSpPr>
        <p:spPr>
          <a:xfrm>
            <a:off x="457200" y="4096512"/>
            <a:ext cx="0" cy="658368"/>
          </a:xfrm>
          <a:prstGeom prst="line">
            <a:avLst/>
          </a:prstGeom>
          <a:ln w="9525">
            <a:solidFill>
              <a:srgbClr val="7F7F7F"/>
            </a:solidFill>
          </a:ln>
          <a:effectLst/>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484632" y="4069080"/>
            <a:ext cx="2011680" cy="731520"/>
          </a:xfrm>
          <a:prstGeom prst="rect">
            <a:avLst/>
          </a:prstGeom>
          <a:noFill/>
        </p:spPr>
        <p:txBody>
          <a:bodyPr wrap="square" lIns="45720" rIns="45720" tIns="27432" bIns="27432">
            <a:spAutoFit/>
          </a:bodyPr>
          <a:lstStyle/>
          <a:p>
            <a:pPr>
              <a:spcAft>
                <a:spcPts val="0"/>
              </a:spcAft>
            </a:pPr>
            <a:r>
              <a:rPr sz="1700" b="1" i="0">
                <a:solidFill>
                  <a:srgbClr val="1F3864"/>
                </a:solidFill>
                <a:latin typeface="Times New Roman"/>
              </a:rPr>
              <a:t>1440 × 719</a:t>
            </a:r>
          </a:p>
          <a:p>
            <a:pPr>
              <a:spcAft>
                <a:spcPts val="0"/>
              </a:spcAft>
            </a:pPr>
            <a:r>
              <a:rPr sz="1050" b="0" i="0">
                <a:solidFill>
                  <a:srgbClr val="444444"/>
                </a:solidFill>
                <a:latin typeface="Times New Roman"/>
              </a:rPr>
              <a:t>grid points, 0.25° × 0.25°</a:t>
            </a:r>
          </a:p>
        </p:txBody>
      </p:sp>
      <p:cxnSp>
        <p:nvCxnSpPr>
          <p:cNvPr id="9" name="Connector 8"/>
          <p:cNvCxnSpPr/>
          <p:nvPr/>
        </p:nvCxnSpPr>
        <p:spPr>
          <a:xfrm>
            <a:off x="2560320" y="4096512"/>
            <a:ext cx="0" cy="658368"/>
          </a:xfrm>
          <a:prstGeom prst="line">
            <a:avLst/>
          </a:prstGeom>
          <a:ln w="9525">
            <a:solidFill>
              <a:srgbClr val="7F7F7F"/>
            </a:solidFill>
          </a:ln>
          <a:effectLst/>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2587751" y="4069080"/>
            <a:ext cx="2011680" cy="731520"/>
          </a:xfrm>
          <a:prstGeom prst="rect">
            <a:avLst/>
          </a:prstGeom>
          <a:noFill/>
        </p:spPr>
        <p:txBody>
          <a:bodyPr wrap="square" lIns="45720" rIns="45720" tIns="27432" bIns="27432">
            <a:spAutoFit/>
          </a:bodyPr>
          <a:lstStyle/>
          <a:p>
            <a:pPr>
              <a:spcAft>
                <a:spcPts val="0"/>
              </a:spcAft>
            </a:pPr>
            <a:r>
              <a:rPr sz="1700" b="1" i="0">
                <a:solidFill>
                  <a:srgbClr val="1F3864"/>
                </a:solidFill>
                <a:latin typeface="Times New Roman"/>
              </a:rPr>
              <a:t>2,105 days</a:t>
            </a:r>
          </a:p>
          <a:p>
            <a:pPr>
              <a:spcAft>
                <a:spcPts val="0"/>
              </a:spcAft>
            </a:pPr>
            <a:r>
              <a:rPr sz="1050" b="0" i="0">
                <a:solidFill>
                  <a:srgbClr val="444444"/>
                </a:solidFill>
                <a:latin typeface="Times New Roman"/>
              </a:rPr>
              <a:t>1 Jan 2021 – 6 Oct 2026</a:t>
            </a:r>
          </a:p>
        </p:txBody>
      </p:sp>
      <p:cxnSp>
        <p:nvCxnSpPr>
          <p:cNvPr id="11" name="Connector 10"/>
          <p:cNvCxnSpPr/>
          <p:nvPr/>
        </p:nvCxnSpPr>
        <p:spPr>
          <a:xfrm>
            <a:off x="4663440" y="4096512"/>
            <a:ext cx="0" cy="658368"/>
          </a:xfrm>
          <a:prstGeom prst="line">
            <a:avLst/>
          </a:prstGeom>
          <a:ln w="9525">
            <a:solidFill>
              <a:srgbClr val="7F7F7F"/>
            </a:solidFill>
          </a:ln>
          <a:effectLst/>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690872" y="4069080"/>
            <a:ext cx="2011680" cy="731520"/>
          </a:xfrm>
          <a:prstGeom prst="rect">
            <a:avLst/>
          </a:prstGeom>
          <a:noFill/>
        </p:spPr>
        <p:txBody>
          <a:bodyPr wrap="square" lIns="45720" rIns="45720" tIns="27432" bIns="27432">
            <a:spAutoFit/>
          </a:bodyPr>
          <a:lstStyle/>
          <a:p>
            <a:pPr>
              <a:spcAft>
                <a:spcPts val="0"/>
              </a:spcAft>
            </a:pPr>
            <a:r>
              <a:rPr sz="1700" b="1" i="0">
                <a:solidFill>
                  <a:srgbClr val="1F3864"/>
                </a:solidFill>
                <a:latin typeface="Times New Roman"/>
              </a:rPr>
              <a:t>≈ 8.3 MB</a:t>
            </a:r>
          </a:p>
          <a:p>
            <a:pPr>
              <a:spcAft>
                <a:spcPts val="0"/>
              </a:spcAft>
            </a:pPr>
            <a:r>
              <a:rPr sz="1050" b="0" i="0">
                <a:solidFill>
                  <a:srgbClr val="444444"/>
                </a:solidFill>
                <a:latin typeface="Times New Roman"/>
              </a:rPr>
              <a:t>one day (u + v, float32)</a:t>
            </a:r>
          </a:p>
        </p:txBody>
      </p:sp>
      <p:cxnSp>
        <p:nvCxnSpPr>
          <p:cNvPr id="13" name="Connector 12"/>
          <p:cNvCxnSpPr/>
          <p:nvPr/>
        </p:nvCxnSpPr>
        <p:spPr>
          <a:xfrm>
            <a:off x="6766559" y="4096512"/>
            <a:ext cx="0" cy="658368"/>
          </a:xfrm>
          <a:prstGeom prst="line">
            <a:avLst/>
          </a:prstGeom>
          <a:ln w="9525">
            <a:solidFill>
              <a:srgbClr val="7F7F7F"/>
            </a:solidFill>
          </a:ln>
          <a:effectLst/>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6793992" y="4069080"/>
            <a:ext cx="2011680" cy="731520"/>
          </a:xfrm>
          <a:prstGeom prst="rect">
            <a:avLst/>
          </a:prstGeom>
          <a:noFill/>
        </p:spPr>
        <p:txBody>
          <a:bodyPr wrap="square" lIns="45720" rIns="45720" tIns="27432" bIns="27432">
            <a:spAutoFit/>
          </a:bodyPr>
          <a:lstStyle/>
          <a:p>
            <a:pPr>
              <a:spcAft>
                <a:spcPts val="0"/>
              </a:spcAft>
            </a:pPr>
            <a:r>
              <a:rPr sz="1700" b="1" i="0">
                <a:solidFill>
                  <a:srgbClr val="1F3864"/>
                </a:solidFill>
                <a:latin typeface="Times New Roman"/>
              </a:rPr>
              <a:t>≈ 17.4 GB</a:t>
            </a:r>
          </a:p>
          <a:p>
            <a:pPr>
              <a:spcAft>
                <a:spcPts val="0"/>
              </a:spcAft>
            </a:pPr>
            <a:r>
              <a:rPr sz="1050" b="0" i="0">
                <a:solidFill>
                  <a:srgbClr val="444444"/>
                </a:solidFill>
                <a:latin typeface="Times New Roman"/>
              </a:rPr>
              <a:t>all days, uncompressed</a:t>
            </a:r>
          </a:p>
        </p:txBody>
      </p:sp>
      <p:sp>
        <p:nvSpPr>
          <p:cNvPr id="15" name="TextBox 14"/>
          <p:cNvSpPr txBox="1"/>
          <p:nvPr/>
        </p:nvSpPr>
        <p:spPr>
          <a:xfrm>
            <a:off x="457200" y="4754880"/>
            <a:ext cx="8229600" cy="274320"/>
          </a:xfrm>
          <a:prstGeom prst="rect">
            <a:avLst/>
          </a:prstGeom>
          <a:noFill/>
        </p:spPr>
        <p:txBody>
          <a:bodyPr wrap="square" lIns="45720" rIns="45720" tIns="27432" bIns="27432">
            <a:spAutoFit/>
          </a:bodyPr>
          <a:lstStyle/>
          <a:p>
            <a:pPr>
              <a:spcAft>
                <a:spcPts val="0"/>
              </a:spcAft>
            </a:pPr>
            <a:r>
              <a:rPr sz="1100" b="1" i="0">
                <a:solidFill>
                  <a:srgbClr val="000000"/>
                </a:solidFill>
                <a:latin typeface="Times New Roman"/>
              </a:rPr>
              <a:t>Instances: </a:t>
            </a:r>
            <a:r>
              <a:rPr sz="1100" b="0" i="0">
                <a:solidFill>
                  <a:srgbClr val="000000"/>
                </a:solidFill>
                <a:latin typeface="Times New Roman"/>
              </a:rPr>
              <a:t>particles, P = 10⁴ to 5×10⁶ per run, released from the same fixed points in every run.</a:t>
            </a: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Times New Roman"/>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imes New Roman"/>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Times New Roman"/>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imes New Roman"/>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